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2" r:id="rId6"/>
    <p:sldId id="261" r:id="rId7"/>
    <p:sldId id="264" r:id="rId8"/>
    <p:sldId id="265" r:id="rId9"/>
    <p:sldId id="267" r:id="rId10"/>
    <p:sldId id="268" r:id="rId11"/>
    <p:sldId id="270" r:id="rId12"/>
    <p:sldId id="274" r:id="rId13"/>
    <p:sldId id="275" r:id="rId14"/>
    <p:sldId id="276" r:id="rId15"/>
    <p:sldId id="280" r:id="rId16"/>
    <p:sldId id="281" r:id="rId17"/>
    <p:sldId id="282" r:id="rId18"/>
    <p:sldId id="258" r:id="rId19"/>
    <p:sldId id="269" r:id="rId20"/>
    <p:sldId id="257" r:id="rId21"/>
    <p:sldId id="279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1AB575-9819-44AE-A3C8-CF9F48AF704E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14322778-163D-4F0A-9B5F-EB58CA9F67B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increase followers’ number</a:t>
          </a:r>
          <a:endParaRPr lang="en-US"/>
        </a:p>
      </dgm:t>
    </dgm:pt>
    <dgm:pt modelId="{049FCEFD-8BEC-4A84-B713-756DEB67BE74}" cxnId="{C6434765-5B41-4582-B82D-57BE56F32618}" type="parTrans">
      <dgm:prSet/>
      <dgm:spPr/>
      <dgm:t>
        <a:bodyPr/>
        <a:p>
          <a:endParaRPr lang="en-US"/>
        </a:p>
      </dgm:t>
    </dgm:pt>
    <dgm:pt modelId="{001A1D7E-C84D-4C4A-9501-750C432E1A7A}" cxnId="{C6434765-5B41-4582-B82D-57BE56F32618}" type="sibTrans">
      <dgm:prSet/>
      <dgm:spPr/>
      <dgm:t>
        <a:bodyPr/>
        <a:p>
          <a:endParaRPr lang="en-US"/>
        </a:p>
      </dgm:t>
    </dgm:pt>
    <dgm:pt modelId="{7D3B3AE4-9E7C-4833-B466-CF7479A9F4E4}" type="asst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week2</a:t>
          </a:r>
          <a:r>
            <a:rPr lang="en-US"/>
            <a:t/>
          </a:r>
          <a:endParaRPr lang="en-US"/>
        </a:p>
      </dgm:t>
    </dgm:pt>
    <dgm:pt modelId="{8D1294C6-F181-4142-BD98-32A0ECCFFE81}" cxnId="{D15618B4-BAAF-4956-AA64-5565F39BACF9}" type="parTrans">
      <dgm:prSet/>
      <dgm:spPr/>
      <dgm:t>
        <a:bodyPr/>
        <a:p>
          <a:endParaRPr lang="en-US"/>
        </a:p>
      </dgm:t>
    </dgm:pt>
    <dgm:pt modelId="{3850E568-9F5E-4208-9EA4-7852BE5B61EB}" cxnId="{D15618B4-BAAF-4956-AA64-5565F39BACF9}" type="sibTrans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ar-EG"/>
            <a:t>الصحة النفسية </a:t>
          </a:r>
          <a:endParaRPr lang="ar-EG"/>
        </a:p>
      </dgm:t>
    </dgm:pt>
    <dgm:pt modelId="{B23BDBAB-7CD7-4894-9889-9982FBB5822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post </a:t>
          </a:r>
          <a:r>
            <a:rPr lang="ar-EG"/>
            <a:t>توعوي عن الصحة النفسية </a:t>
          </a:r>
          <a:endParaRPr lang="ar-EG"/>
        </a:p>
      </dgm:t>
    </dgm:pt>
    <dgm:pt modelId="{069F0FE3-2073-4DA6-A046-620CBA73F9DD}" cxnId="{29B6FEBD-6115-4E8E-BB19-F337CEBFF714}" type="parTrans">
      <dgm:prSet/>
      <dgm:spPr/>
      <dgm:t>
        <a:bodyPr/>
        <a:p>
          <a:endParaRPr lang="en-US"/>
        </a:p>
      </dgm:t>
    </dgm:pt>
    <dgm:pt modelId="{24E385A5-1509-4EDB-9628-A18777C52ADB}" cxnId="{29B6FEBD-6115-4E8E-BB19-F337CEBFF714}" type="sibTrans">
      <dgm:prSet/>
      <dgm:spPr/>
      <dgm:t>
        <a:bodyPr/>
        <a:p>
          <a:endParaRPr lang="en-US"/>
        </a:p>
      </dgm:t>
    </dgm:pt>
    <dgm:pt modelId="{35BA20EC-4436-4F03-99F0-D02FB533DF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ar-EG"/>
            <a:t>بوست عن هل جربت فى التوعية و السلوكيات النفسية </a:t>
          </a:r>
          <a:endParaRPr lang="ar-EG"/>
        </a:p>
      </dgm:t>
    </dgm:pt>
    <dgm:pt modelId="{F5D260A9-D87F-4A8C-A803-E32A03FA54A8}" cxnId="{212ECA41-F4CD-42B0-BBAD-B7F8707A9F27}" type="parTrans">
      <dgm:prSet/>
      <dgm:spPr/>
      <dgm:t>
        <a:bodyPr/>
        <a:p>
          <a:endParaRPr lang="en-US"/>
        </a:p>
      </dgm:t>
    </dgm:pt>
    <dgm:pt modelId="{B0DE14E6-70B7-432F-B0C8-7C4FBCA43CF8}" cxnId="{212ECA41-F4CD-42B0-BBAD-B7F8707A9F27}" type="sibTrans">
      <dgm:prSet/>
      <dgm:spPr/>
      <dgm:t>
        <a:bodyPr/>
        <a:p>
          <a:endParaRPr lang="en-US"/>
        </a:p>
      </dgm:t>
    </dgm:pt>
    <dgm:pt modelId="{0AFCEB4D-5FD9-40AA-9C98-BEB53164F8B5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ar-EG" altLang="en-US"/>
            <a:t>فيديو يوضح الفرق بين القل الطبيعى و القلق المرضى </a:t>
          </a:r>
          <a:endParaRPr lang="ar-EG" altLang="en-US"/>
        </a:p>
      </dgm:t>
    </dgm:pt>
    <dgm:pt modelId="{8E4D68ED-D6C3-4541-8CCC-D13A3C57CDAE}" cxnId="{342AFD37-2306-41B2-B2A6-8FBF0833F0AD}" type="parTrans">
      <dgm:prSet/>
      <dgm:spPr/>
      <dgm:t>
        <a:bodyPr/>
        <a:p>
          <a:endParaRPr lang="en-US"/>
        </a:p>
      </dgm:t>
    </dgm:pt>
    <dgm:pt modelId="{A5DD02C9-8B93-43BE-BEAD-B781857F3C97}" cxnId="{342AFD37-2306-41B2-B2A6-8FBF0833F0AD}" type="sibTrans">
      <dgm:prSet/>
      <dgm:spPr/>
      <dgm:t>
        <a:bodyPr/>
        <a:p>
          <a:endParaRPr lang="en-US"/>
        </a:p>
      </dgm:t>
    </dgm:pt>
    <dgm:pt modelId="{EFC6FE94-E4EE-4C2C-BA29-A15E851085D1}" type="pres">
      <dgm:prSet presAssocID="{1E1AB575-9819-44AE-A3C8-CF9F48AF704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1178AF7-38BF-46F0-872E-DD2EC9579ACD}" type="pres">
      <dgm:prSet presAssocID="{14322778-163D-4F0A-9B5F-EB58CA9F67B9}" presName="hierRoot1" presStyleCnt="0">
        <dgm:presLayoutVars>
          <dgm:hierBranch val="init"/>
        </dgm:presLayoutVars>
      </dgm:prSet>
      <dgm:spPr/>
    </dgm:pt>
    <dgm:pt modelId="{E1557E32-7B61-4EDE-95EF-0D58B9354D11}" type="pres">
      <dgm:prSet presAssocID="{14322778-163D-4F0A-9B5F-EB58CA9F67B9}" presName="rootComposite1" presStyleCnt="0"/>
      <dgm:spPr/>
    </dgm:pt>
    <dgm:pt modelId="{8C1C4E3F-F5AF-4B85-84B6-1C435203C46E}" type="pres">
      <dgm:prSet presAssocID="{14322778-163D-4F0A-9B5F-EB58CA9F67B9}" presName="rootText1" presStyleLbl="node0" presStyleIdx="0" presStyleCnt="1">
        <dgm:presLayoutVars>
          <dgm:chMax/>
          <dgm:chPref val="3"/>
        </dgm:presLayoutVars>
      </dgm:prSet>
      <dgm:spPr/>
    </dgm:pt>
    <dgm:pt modelId="{762CCF6A-7E9D-4EDB-9E54-D9FAE571A19D}" type="pres">
      <dgm:prSet presAssocID="{14322778-163D-4F0A-9B5F-EB58CA9F67B9}" presName="titleText1" presStyleLbl="fgAcc0" presStyleIdx="0" presStyleCnt="1">
        <dgm:presLayoutVars>
          <dgm:chMax val="0"/>
          <dgm:chPref val="0"/>
        </dgm:presLayoutVars>
      </dgm:prSet>
      <dgm:spPr/>
    </dgm:pt>
    <dgm:pt modelId="{8835CE7C-4999-45BF-A08E-804F51E6EA70}" type="pres">
      <dgm:prSet presAssocID="{14322778-163D-4F0A-9B5F-EB58CA9F67B9}" presName="rootConnector1" presStyleCnt="0"/>
      <dgm:spPr/>
    </dgm:pt>
    <dgm:pt modelId="{3F9AAE26-3EC0-42FD-87C9-89F57111CE0F}" type="pres">
      <dgm:prSet presAssocID="{14322778-163D-4F0A-9B5F-EB58CA9F67B9}" presName="hierChild2" presStyleCnt="0"/>
      <dgm:spPr/>
    </dgm:pt>
    <dgm:pt modelId="{718839F4-5F33-40A2-A382-014B6988DEE6}" type="pres">
      <dgm:prSet presAssocID="{069F0FE3-2073-4DA6-A046-620CBA73F9DD}" presName="Name37" presStyleLbl="parChTrans1D2" presStyleIdx="0" presStyleCnt="4"/>
      <dgm:spPr/>
    </dgm:pt>
    <dgm:pt modelId="{6763154A-A931-4ABD-A0A8-FAE037781744}" type="pres">
      <dgm:prSet presAssocID="{B23BDBAB-7CD7-4894-9889-9982FBB58222}" presName="hierRoot2" presStyleCnt="0">
        <dgm:presLayoutVars>
          <dgm:hierBranch val="init"/>
        </dgm:presLayoutVars>
      </dgm:prSet>
      <dgm:spPr/>
    </dgm:pt>
    <dgm:pt modelId="{66919ACB-F4A9-4BD6-9F10-3617841265D9}" type="pres">
      <dgm:prSet presAssocID="{B23BDBAB-7CD7-4894-9889-9982FBB58222}" presName="rootComposite" presStyleCnt="0"/>
      <dgm:spPr/>
    </dgm:pt>
    <dgm:pt modelId="{1FF320CD-7DB9-46B7-A6B1-F3041721A93F}" type="pres">
      <dgm:prSet presAssocID="{B23BDBAB-7CD7-4894-9889-9982FBB58222}" presName="rootText" presStyleLbl="node1" presStyleIdx="0" presStyleCnt="3">
        <dgm:presLayoutVars>
          <dgm:chMax/>
          <dgm:chPref val="3"/>
        </dgm:presLayoutVars>
      </dgm:prSet>
      <dgm:spPr/>
    </dgm:pt>
    <dgm:pt modelId="{E6F0AE28-9371-461F-A883-B8A4242ECF62}" type="pres">
      <dgm:prSet presAssocID="{B23BDBAB-7CD7-4894-9889-9982FBB58222}" presName="titleText2" presStyleLbl="fgAcc1" presStyleIdx="0" presStyleCnt="3">
        <dgm:presLayoutVars>
          <dgm:chMax val="0"/>
          <dgm:chPref val="0"/>
        </dgm:presLayoutVars>
      </dgm:prSet>
      <dgm:spPr/>
    </dgm:pt>
    <dgm:pt modelId="{0DE9192D-CC1A-4FDF-A14D-4C596628FF8D}" type="pres">
      <dgm:prSet presAssocID="{B23BDBAB-7CD7-4894-9889-9982FBB58222}" presName="rootConnector" presStyleCnt="0"/>
      <dgm:spPr/>
    </dgm:pt>
    <dgm:pt modelId="{BEE60A96-E770-4946-B49E-87826921E70B}" type="pres">
      <dgm:prSet presAssocID="{B23BDBAB-7CD7-4894-9889-9982FBB58222}" presName="hierChild4" presStyleCnt="0"/>
      <dgm:spPr/>
    </dgm:pt>
    <dgm:pt modelId="{0D4B7D88-8C41-482B-97F9-3231D4364E4F}" type="pres">
      <dgm:prSet presAssocID="{B23BDBAB-7CD7-4894-9889-9982FBB58222}" presName="hierChild5" presStyleCnt="0"/>
      <dgm:spPr/>
    </dgm:pt>
    <dgm:pt modelId="{DD5DED7F-8891-488E-92AE-07EF36D3E8E1}" type="pres">
      <dgm:prSet presAssocID="{F5D260A9-D87F-4A8C-A803-E32A03FA54A8}" presName="Name37" presStyleLbl="parChTrans1D2" presStyleIdx="1" presStyleCnt="4"/>
      <dgm:spPr/>
    </dgm:pt>
    <dgm:pt modelId="{2263782B-5276-4F5B-9B7E-5863E0882CFD}" type="pres">
      <dgm:prSet presAssocID="{35BA20EC-4436-4F03-99F0-D02FB533DF93}" presName="hierRoot2" presStyleCnt="0">
        <dgm:presLayoutVars>
          <dgm:hierBranch val="init"/>
        </dgm:presLayoutVars>
      </dgm:prSet>
      <dgm:spPr/>
    </dgm:pt>
    <dgm:pt modelId="{69BF0A15-7955-4651-BC91-8F6B6E0521A8}" type="pres">
      <dgm:prSet presAssocID="{35BA20EC-4436-4F03-99F0-D02FB533DF93}" presName="rootComposite" presStyleCnt="0"/>
      <dgm:spPr/>
    </dgm:pt>
    <dgm:pt modelId="{62F13039-777B-430B-9535-AC519AF52769}" type="pres">
      <dgm:prSet presAssocID="{35BA20EC-4436-4F03-99F0-D02FB533DF93}" presName="rootText" presStyleLbl="node1" presStyleIdx="1" presStyleCnt="3">
        <dgm:presLayoutVars>
          <dgm:chMax/>
          <dgm:chPref val="3"/>
        </dgm:presLayoutVars>
      </dgm:prSet>
      <dgm:spPr/>
    </dgm:pt>
    <dgm:pt modelId="{0A1FBB09-9851-427E-B78F-4234A909FBD1}" type="pres">
      <dgm:prSet presAssocID="{35BA20EC-4436-4F03-99F0-D02FB533DF93}" presName="titleText2" presStyleLbl="fgAcc1" presStyleIdx="1" presStyleCnt="3">
        <dgm:presLayoutVars>
          <dgm:chMax val="0"/>
          <dgm:chPref val="0"/>
        </dgm:presLayoutVars>
      </dgm:prSet>
      <dgm:spPr/>
    </dgm:pt>
    <dgm:pt modelId="{0F9735B2-7810-446E-9C1C-8B8F5662B9C2}" type="pres">
      <dgm:prSet presAssocID="{35BA20EC-4436-4F03-99F0-D02FB533DF93}" presName="rootConnector" presStyleCnt="0"/>
      <dgm:spPr/>
    </dgm:pt>
    <dgm:pt modelId="{27D3FA01-0870-49E6-9044-9E6DFBE81345}" type="pres">
      <dgm:prSet presAssocID="{35BA20EC-4436-4F03-99F0-D02FB533DF93}" presName="hierChild4" presStyleCnt="0"/>
      <dgm:spPr/>
    </dgm:pt>
    <dgm:pt modelId="{492CD37F-356F-40DF-86E3-5FA103BA609E}" type="pres">
      <dgm:prSet presAssocID="{35BA20EC-4436-4F03-99F0-D02FB533DF93}" presName="hierChild5" presStyleCnt="0"/>
      <dgm:spPr/>
    </dgm:pt>
    <dgm:pt modelId="{1A946EA8-F83D-4427-92BE-0B956CB3DD9E}" type="pres">
      <dgm:prSet presAssocID="{8E4D68ED-D6C3-4541-8CCC-D13A3C57CDAE}" presName="Name37" presStyleLbl="parChTrans1D2" presStyleIdx="2" presStyleCnt="4"/>
      <dgm:spPr/>
    </dgm:pt>
    <dgm:pt modelId="{D19A8A2F-1F8D-42C1-9AD8-BC04ED1825AF}" type="pres">
      <dgm:prSet presAssocID="{0AFCEB4D-5FD9-40AA-9C98-BEB53164F8B5}" presName="hierRoot2" presStyleCnt="0">
        <dgm:presLayoutVars>
          <dgm:hierBranch val="init"/>
        </dgm:presLayoutVars>
      </dgm:prSet>
      <dgm:spPr/>
    </dgm:pt>
    <dgm:pt modelId="{DE9838F7-A322-4043-AA32-3AC64EAF133F}" type="pres">
      <dgm:prSet presAssocID="{0AFCEB4D-5FD9-40AA-9C98-BEB53164F8B5}" presName="rootComposite" presStyleCnt="0"/>
      <dgm:spPr/>
    </dgm:pt>
    <dgm:pt modelId="{B7F3A97F-21F7-4A6A-B36E-9C442CAB2286}" type="pres">
      <dgm:prSet presAssocID="{0AFCEB4D-5FD9-40AA-9C98-BEB53164F8B5}" presName="rootText" presStyleLbl="node1" presStyleIdx="2" presStyleCnt="3">
        <dgm:presLayoutVars>
          <dgm:chMax/>
          <dgm:chPref val="3"/>
        </dgm:presLayoutVars>
      </dgm:prSet>
      <dgm:spPr/>
    </dgm:pt>
    <dgm:pt modelId="{3F24E7E4-7245-46F2-B4E6-DB96355425B0}" type="pres">
      <dgm:prSet presAssocID="{0AFCEB4D-5FD9-40AA-9C98-BEB53164F8B5}" presName="titleText2" presStyleLbl="fgAcc1" presStyleIdx="2" presStyleCnt="3">
        <dgm:presLayoutVars>
          <dgm:chMax val="0"/>
          <dgm:chPref val="0"/>
        </dgm:presLayoutVars>
      </dgm:prSet>
      <dgm:spPr/>
    </dgm:pt>
    <dgm:pt modelId="{73371953-1658-44A2-A35F-26AA74EBE13A}" type="pres">
      <dgm:prSet presAssocID="{0AFCEB4D-5FD9-40AA-9C98-BEB53164F8B5}" presName="rootConnector" presStyleCnt="0"/>
      <dgm:spPr/>
    </dgm:pt>
    <dgm:pt modelId="{8CAB3E70-A603-41BF-87EE-82E476E61ABE}" type="pres">
      <dgm:prSet presAssocID="{0AFCEB4D-5FD9-40AA-9C98-BEB53164F8B5}" presName="hierChild4" presStyleCnt="0"/>
      <dgm:spPr/>
    </dgm:pt>
    <dgm:pt modelId="{09D68F49-147A-4DB3-A591-A080B7BC1AF2}" type="pres">
      <dgm:prSet presAssocID="{0AFCEB4D-5FD9-40AA-9C98-BEB53164F8B5}" presName="hierChild5" presStyleCnt="0"/>
      <dgm:spPr/>
    </dgm:pt>
    <dgm:pt modelId="{9EC9AE1D-6D2B-4C5A-B8F4-9B1B28201C71}" type="pres">
      <dgm:prSet presAssocID="{14322778-163D-4F0A-9B5F-EB58CA9F67B9}" presName="hierChild3" presStyleCnt="0"/>
      <dgm:spPr/>
    </dgm:pt>
    <dgm:pt modelId="{EF63BCAB-0A8D-415A-8503-FDCCA09E3AC1}" type="pres">
      <dgm:prSet presAssocID="{8D1294C6-F181-4142-BD98-32A0ECCFFE81}" presName="Name96" presStyleLbl="parChTrans1D2" presStyleIdx="3" presStyleCnt="4"/>
      <dgm:spPr/>
    </dgm:pt>
    <dgm:pt modelId="{E599C5DF-E9CE-4F13-9373-2BA337829EBD}" type="pres">
      <dgm:prSet presAssocID="{7D3B3AE4-9E7C-4833-B466-CF7479A9F4E4}" presName="hierRoot3" presStyleCnt="0">
        <dgm:presLayoutVars>
          <dgm:hierBranch val="init"/>
        </dgm:presLayoutVars>
      </dgm:prSet>
      <dgm:spPr/>
    </dgm:pt>
    <dgm:pt modelId="{BC7863DA-7DB1-4FE6-970A-E5192BCED93A}" type="pres">
      <dgm:prSet presAssocID="{7D3B3AE4-9E7C-4833-B466-CF7479A9F4E4}" presName="rootComposite3" presStyleCnt="0"/>
      <dgm:spPr/>
    </dgm:pt>
    <dgm:pt modelId="{350D9D2F-78CB-4CE5-9249-1D64BDB6607E}" type="pres">
      <dgm:prSet presAssocID="{7D3B3AE4-9E7C-4833-B466-CF7479A9F4E4}" presName="rootText3" presStyleLbl="asst1" presStyleIdx="0" presStyleCnt="1">
        <dgm:presLayoutVars>
          <dgm:chPref val="3"/>
        </dgm:presLayoutVars>
      </dgm:prSet>
      <dgm:spPr/>
    </dgm:pt>
    <dgm:pt modelId="{9C2EB2A2-F56E-4272-9D43-DC832B00F2D3}" type="pres">
      <dgm:prSet presAssocID="{7D3B3AE4-9E7C-4833-B466-CF7479A9F4E4}" presName="titleText3" presStyleLbl="fgAcc2" presStyleIdx="0" presStyleCnt="1">
        <dgm:presLayoutVars>
          <dgm:chMax val="0"/>
          <dgm:chPref val="0"/>
        </dgm:presLayoutVars>
      </dgm:prSet>
      <dgm:spPr/>
    </dgm:pt>
    <dgm:pt modelId="{F4F3E2FB-D015-4B83-9127-89E591B8D58D}" type="pres">
      <dgm:prSet presAssocID="{7D3B3AE4-9E7C-4833-B466-CF7479A9F4E4}" presName="rootConnector3" presStyleCnt="0"/>
      <dgm:spPr/>
    </dgm:pt>
    <dgm:pt modelId="{127F8015-9BAB-4E07-99F8-457D4F6F22DD}" type="pres">
      <dgm:prSet presAssocID="{7D3B3AE4-9E7C-4833-B466-CF7479A9F4E4}" presName="hierChild6" presStyleCnt="0"/>
      <dgm:spPr/>
    </dgm:pt>
    <dgm:pt modelId="{E4FEB4AE-8EF7-491A-AF74-404FC309446F}" type="pres">
      <dgm:prSet presAssocID="{7D3B3AE4-9E7C-4833-B466-CF7479A9F4E4}" presName="hierChild7" presStyleCnt="0"/>
      <dgm:spPr/>
    </dgm:pt>
  </dgm:ptLst>
  <dgm:cxnLst>
    <dgm:cxn modelId="{C6434765-5B41-4582-B82D-57BE56F32618}" srcId="{1E1AB575-9819-44AE-A3C8-CF9F48AF704E}" destId="{14322778-163D-4F0A-9B5F-EB58CA9F67B9}" srcOrd="0" destOrd="0" parTransId="{049FCEFD-8BEC-4A84-B713-756DEB67BE74}" sibTransId="{001A1D7E-C84D-4C4A-9501-750C432E1A7A}"/>
    <dgm:cxn modelId="{D15618B4-BAAF-4956-AA64-5565F39BACF9}" srcId="{14322778-163D-4F0A-9B5F-EB58CA9F67B9}" destId="{7D3B3AE4-9E7C-4833-B466-CF7479A9F4E4}" srcOrd="0" destOrd="0" parTransId="{8D1294C6-F181-4142-BD98-32A0ECCFFE81}" sibTransId="{3850E568-9F5E-4208-9EA4-7852BE5B61EB}"/>
    <dgm:cxn modelId="{29B6FEBD-6115-4E8E-BB19-F337CEBFF714}" srcId="{14322778-163D-4F0A-9B5F-EB58CA9F67B9}" destId="{B23BDBAB-7CD7-4894-9889-9982FBB58222}" srcOrd="1" destOrd="0" parTransId="{069F0FE3-2073-4DA6-A046-620CBA73F9DD}" sibTransId="{24E385A5-1509-4EDB-9628-A18777C52ADB}"/>
    <dgm:cxn modelId="{212ECA41-F4CD-42B0-BBAD-B7F8707A9F27}" srcId="{14322778-163D-4F0A-9B5F-EB58CA9F67B9}" destId="{35BA20EC-4436-4F03-99F0-D02FB533DF93}" srcOrd="2" destOrd="0" parTransId="{F5D260A9-D87F-4A8C-A803-E32A03FA54A8}" sibTransId="{B0DE14E6-70B7-432F-B0C8-7C4FBCA43CF8}"/>
    <dgm:cxn modelId="{342AFD37-2306-41B2-B2A6-8FBF0833F0AD}" srcId="{14322778-163D-4F0A-9B5F-EB58CA9F67B9}" destId="{0AFCEB4D-5FD9-40AA-9C98-BEB53164F8B5}" srcOrd="3" destOrd="0" parTransId="{8E4D68ED-D6C3-4541-8CCC-D13A3C57CDAE}" sibTransId="{A5DD02C9-8B93-43BE-BEAD-B781857F3C97}"/>
    <dgm:cxn modelId="{04594205-DA82-4986-AF56-12315754147D}" type="presOf" srcId="{1E1AB575-9819-44AE-A3C8-CF9F48AF704E}" destId="{EFC6FE94-E4EE-4C2C-BA29-A15E851085D1}" srcOrd="0" destOrd="0" presId="urn:microsoft.com/office/officeart/2008/layout/NameandTitleOrganizationalChart"/>
    <dgm:cxn modelId="{3B1F940A-4082-4AE8-91CA-4403AF93545A}" type="presParOf" srcId="{EFC6FE94-E4EE-4C2C-BA29-A15E851085D1}" destId="{81178AF7-38BF-46F0-872E-DD2EC9579ACD}" srcOrd="0" destOrd="0" presId="urn:microsoft.com/office/officeart/2008/layout/NameandTitleOrganizationalChart"/>
    <dgm:cxn modelId="{F756E96B-AF2F-4876-8BD9-8585360ABA8B}" type="presParOf" srcId="{81178AF7-38BF-46F0-872E-DD2EC9579ACD}" destId="{E1557E32-7B61-4EDE-95EF-0D58B9354D11}" srcOrd="0" destOrd="0" presId="urn:microsoft.com/office/officeart/2008/layout/NameandTitleOrganizationalChart"/>
    <dgm:cxn modelId="{92521690-C3ED-4CC1-A9A6-3E55C76E9F0D}" type="presOf" srcId="{14322778-163D-4F0A-9B5F-EB58CA9F67B9}" destId="{E1557E32-7B61-4EDE-95EF-0D58B9354D11}" srcOrd="0" destOrd="0" presId="urn:microsoft.com/office/officeart/2008/layout/NameandTitleOrganizationalChart"/>
    <dgm:cxn modelId="{DF076F98-F37A-4819-B3A6-CAD2418667BE}" type="presParOf" srcId="{E1557E32-7B61-4EDE-95EF-0D58B9354D11}" destId="{8C1C4E3F-F5AF-4B85-84B6-1C435203C46E}" srcOrd="0" destOrd="0" presId="urn:microsoft.com/office/officeart/2008/layout/NameandTitleOrganizationalChart"/>
    <dgm:cxn modelId="{C8ACAA47-852D-4131-9DA1-E53C69DC6219}" type="presOf" srcId="{14322778-163D-4F0A-9B5F-EB58CA9F67B9}" destId="{8C1C4E3F-F5AF-4B85-84B6-1C435203C46E}" srcOrd="0" destOrd="0" presId="urn:microsoft.com/office/officeart/2008/layout/NameandTitleOrganizationalChart"/>
    <dgm:cxn modelId="{4AE5E645-38FA-47ED-B5C5-E647756246B2}" type="presParOf" srcId="{E1557E32-7B61-4EDE-95EF-0D58B9354D11}" destId="{762CCF6A-7E9D-4EDB-9E54-D9FAE571A19D}" srcOrd="1" destOrd="0" presId="urn:microsoft.com/office/officeart/2008/layout/NameandTitleOrganizationalChart"/>
    <dgm:cxn modelId="{75594E9A-9C21-4566-8101-ADFA86BE304D}" type="presOf" srcId="{001A1D7E-C84D-4C4A-9501-750C432E1A7A}" destId="{762CCF6A-7E9D-4EDB-9E54-D9FAE571A19D}" srcOrd="0" destOrd="0" presId="urn:microsoft.com/office/officeart/2008/layout/NameandTitleOrganizationalChart"/>
    <dgm:cxn modelId="{C4F79A20-B816-4910-B5E5-2602246EE04A}" type="presParOf" srcId="{E1557E32-7B61-4EDE-95EF-0D58B9354D11}" destId="{8835CE7C-4999-45BF-A08E-804F51E6EA70}" srcOrd="2" destOrd="0" presId="urn:microsoft.com/office/officeart/2008/layout/NameandTitleOrganizationalChart"/>
    <dgm:cxn modelId="{FDA312CD-B497-4D92-9FDA-6DD7B9A3C35E}" type="presOf" srcId="{14322778-163D-4F0A-9B5F-EB58CA9F67B9}" destId="{8835CE7C-4999-45BF-A08E-804F51E6EA70}" srcOrd="0" destOrd="0" presId="urn:microsoft.com/office/officeart/2008/layout/NameandTitleOrganizationalChart"/>
    <dgm:cxn modelId="{8CCBE317-3BFA-4651-88E1-4A6440519459}" type="presParOf" srcId="{81178AF7-38BF-46F0-872E-DD2EC9579ACD}" destId="{3F9AAE26-3EC0-42FD-87C9-89F57111CE0F}" srcOrd="1" destOrd="0" presId="urn:microsoft.com/office/officeart/2008/layout/NameandTitleOrganizationalChart"/>
    <dgm:cxn modelId="{15EF8B00-9207-4B44-BBE2-4798051A4178}" type="presParOf" srcId="{3F9AAE26-3EC0-42FD-87C9-89F57111CE0F}" destId="{718839F4-5F33-40A2-A382-014B6988DEE6}" srcOrd="0" destOrd="1" presId="urn:microsoft.com/office/officeart/2008/layout/NameandTitleOrganizationalChart"/>
    <dgm:cxn modelId="{B48AA926-2F70-4993-A786-9190E488EB16}" type="presOf" srcId="{069F0FE3-2073-4DA6-A046-620CBA73F9DD}" destId="{718839F4-5F33-40A2-A382-014B6988DEE6}" srcOrd="0" destOrd="0" presId="urn:microsoft.com/office/officeart/2008/layout/NameandTitleOrganizationalChart"/>
    <dgm:cxn modelId="{87B04D89-0ADB-4D41-8488-36B8650BACE4}" type="presParOf" srcId="{3F9AAE26-3EC0-42FD-87C9-89F57111CE0F}" destId="{6763154A-A931-4ABD-A0A8-FAE037781744}" srcOrd="1" destOrd="1" presId="urn:microsoft.com/office/officeart/2008/layout/NameandTitleOrganizationalChart"/>
    <dgm:cxn modelId="{FFD3E41C-76AD-438A-A613-749FBA7A5667}" type="presParOf" srcId="{6763154A-A931-4ABD-A0A8-FAE037781744}" destId="{66919ACB-F4A9-4BD6-9F10-3617841265D9}" srcOrd="0" destOrd="1" presId="urn:microsoft.com/office/officeart/2008/layout/NameandTitleOrganizationalChart"/>
    <dgm:cxn modelId="{F96F0F86-63B1-4EFA-B960-D2FC7252B839}" type="presOf" srcId="{B23BDBAB-7CD7-4894-9889-9982FBB58222}" destId="{66919ACB-F4A9-4BD6-9F10-3617841265D9}" srcOrd="0" destOrd="0" presId="urn:microsoft.com/office/officeart/2008/layout/NameandTitleOrganizationalChart"/>
    <dgm:cxn modelId="{827D17E4-2FD2-41D1-A50E-662B213451FA}" type="presParOf" srcId="{66919ACB-F4A9-4BD6-9F10-3617841265D9}" destId="{1FF320CD-7DB9-46B7-A6B1-F3041721A93F}" srcOrd="0" destOrd="0" presId="urn:microsoft.com/office/officeart/2008/layout/NameandTitleOrganizationalChart"/>
    <dgm:cxn modelId="{3DEA9514-8EC0-47EA-89C0-220E1A352BF3}" type="presOf" srcId="{B23BDBAB-7CD7-4894-9889-9982FBB58222}" destId="{1FF320CD-7DB9-46B7-A6B1-F3041721A93F}" srcOrd="0" destOrd="0" presId="urn:microsoft.com/office/officeart/2008/layout/NameandTitleOrganizationalChart"/>
    <dgm:cxn modelId="{91A321E5-F319-49C8-AFAC-AE724CD8F720}" type="presParOf" srcId="{66919ACB-F4A9-4BD6-9F10-3617841265D9}" destId="{E6F0AE28-9371-461F-A883-B8A4242ECF62}" srcOrd="1" destOrd="0" presId="urn:microsoft.com/office/officeart/2008/layout/NameandTitleOrganizationalChart"/>
    <dgm:cxn modelId="{A7795C89-E2C8-4A2E-9F2E-481764D833CF}" type="presOf" srcId="{24E385A5-1509-4EDB-9628-A18777C52ADB}" destId="{E6F0AE28-9371-461F-A883-B8A4242ECF62}" srcOrd="0" destOrd="0" presId="urn:microsoft.com/office/officeart/2008/layout/NameandTitleOrganizationalChart"/>
    <dgm:cxn modelId="{C2AFCE39-B098-4B17-A6D7-A8C68C6478BC}" type="presParOf" srcId="{66919ACB-F4A9-4BD6-9F10-3617841265D9}" destId="{0DE9192D-CC1A-4FDF-A14D-4C596628FF8D}" srcOrd="2" destOrd="0" presId="urn:microsoft.com/office/officeart/2008/layout/NameandTitleOrganizationalChart"/>
    <dgm:cxn modelId="{D3202BB3-7951-401C-B855-E352B9249BA3}" type="presOf" srcId="{B23BDBAB-7CD7-4894-9889-9982FBB58222}" destId="{0DE9192D-CC1A-4FDF-A14D-4C596628FF8D}" srcOrd="0" destOrd="0" presId="urn:microsoft.com/office/officeart/2008/layout/NameandTitleOrganizationalChart"/>
    <dgm:cxn modelId="{EC79A4AF-F8C6-45C4-A849-D6D28D67F9CD}" type="presParOf" srcId="{6763154A-A931-4ABD-A0A8-FAE037781744}" destId="{BEE60A96-E770-4946-B49E-87826921E70B}" srcOrd="1" destOrd="1" presId="urn:microsoft.com/office/officeart/2008/layout/NameandTitleOrganizationalChart"/>
    <dgm:cxn modelId="{02FB380B-8BFC-4D70-AE8F-3B8D4D1F8F05}" type="presParOf" srcId="{6763154A-A931-4ABD-A0A8-FAE037781744}" destId="{0D4B7D88-8C41-482B-97F9-3231D4364E4F}" srcOrd="2" destOrd="1" presId="urn:microsoft.com/office/officeart/2008/layout/NameandTitleOrganizationalChart"/>
    <dgm:cxn modelId="{FCC122AA-A8C7-4834-88B9-1144245F0B84}" type="presParOf" srcId="{3F9AAE26-3EC0-42FD-87C9-89F57111CE0F}" destId="{DD5DED7F-8891-488E-92AE-07EF36D3E8E1}" srcOrd="2" destOrd="1" presId="urn:microsoft.com/office/officeart/2008/layout/NameandTitleOrganizationalChart"/>
    <dgm:cxn modelId="{E43BE289-3233-45EF-A9BE-859D48EA1DD5}" type="presOf" srcId="{F5D260A9-D87F-4A8C-A803-E32A03FA54A8}" destId="{DD5DED7F-8891-488E-92AE-07EF36D3E8E1}" srcOrd="0" destOrd="0" presId="urn:microsoft.com/office/officeart/2008/layout/NameandTitleOrganizationalChart"/>
    <dgm:cxn modelId="{04A16BB9-E3BA-4EBA-9ED9-6C8CF5DB81AF}" type="presParOf" srcId="{3F9AAE26-3EC0-42FD-87C9-89F57111CE0F}" destId="{2263782B-5276-4F5B-9B7E-5863E0882CFD}" srcOrd="3" destOrd="1" presId="urn:microsoft.com/office/officeart/2008/layout/NameandTitleOrganizationalChart"/>
    <dgm:cxn modelId="{A6C4909B-910C-4BEE-9505-D1CE52D98C1A}" type="presParOf" srcId="{2263782B-5276-4F5B-9B7E-5863E0882CFD}" destId="{69BF0A15-7955-4651-BC91-8F6B6E0521A8}" srcOrd="0" destOrd="3" presId="urn:microsoft.com/office/officeart/2008/layout/NameandTitleOrganizationalChart"/>
    <dgm:cxn modelId="{C4EB9100-AFB1-4F10-930A-C307CE311BF3}" type="presOf" srcId="{35BA20EC-4436-4F03-99F0-D02FB533DF93}" destId="{69BF0A15-7955-4651-BC91-8F6B6E0521A8}" srcOrd="0" destOrd="0" presId="urn:microsoft.com/office/officeart/2008/layout/NameandTitleOrganizationalChart"/>
    <dgm:cxn modelId="{3A7EA37B-7B08-466D-B7B5-D9E3D7AFD140}" type="presParOf" srcId="{69BF0A15-7955-4651-BC91-8F6B6E0521A8}" destId="{62F13039-777B-430B-9535-AC519AF52769}" srcOrd="0" destOrd="0" presId="urn:microsoft.com/office/officeart/2008/layout/NameandTitleOrganizationalChart"/>
    <dgm:cxn modelId="{37AD0F84-639D-43AE-9BDC-C14475FE750A}" type="presOf" srcId="{35BA20EC-4436-4F03-99F0-D02FB533DF93}" destId="{62F13039-777B-430B-9535-AC519AF52769}" srcOrd="0" destOrd="0" presId="urn:microsoft.com/office/officeart/2008/layout/NameandTitleOrganizationalChart"/>
    <dgm:cxn modelId="{6147E79D-9807-4C76-8997-AFCF5EF0772C}" type="presParOf" srcId="{69BF0A15-7955-4651-BC91-8F6B6E0521A8}" destId="{0A1FBB09-9851-427E-B78F-4234A909FBD1}" srcOrd="1" destOrd="0" presId="urn:microsoft.com/office/officeart/2008/layout/NameandTitleOrganizationalChart"/>
    <dgm:cxn modelId="{3788C12E-3252-4336-990A-B046B16ECE9D}" type="presOf" srcId="{B0DE14E6-70B7-432F-B0C8-7C4FBCA43CF8}" destId="{0A1FBB09-9851-427E-B78F-4234A909FBD1}" srcOrd="0" destOrd="0" presId="urn:microsoft.com/office/officeart/2008/layout/NameandTitleOrganizationalChart"/>
    <dgm:cxn modelId="{B41B68CA-F95D-4B6F-8194-A44235A8727C}" type="presParOf" srcId="{69BF0A15-7955-4651-BC91-8F6B6E0521A8}" destId="{0F9735B2-7810-446E-9C1C-8B8F5662B9C2}" srcOrd="2" destOrd="0" presId="urn:microsoft.com/office/officeart/2008/layout/NameandTitleOrganizationalChart"/>
    <dgm:cxn modelId="{9A42829E-F4A8-43C9-B04C-BA0D259672AF}" type="presOf" srcId="{35BA20EC-4436-4F03-99F0-D02FB533DF93}" destId="{0F9735B2-7810-446E-9C1C-8B8F5662B9C2}" srcOrd="0" destOrd="0" presId="urn:microsoft.com/office/officeart/2008/layout/NameandTitleOrganizationalChart"/>
    <dgm:cxn modelId="{07F3470B-3A70-45D0-B2FB-8DA5058C09ED}" type="presParOf" srcId="{2263782B-5276-4F5B-9B7E-5863E0882CFD}" destId="{27D3FA01-0870-49E6-9044-9E6DFBE81345}" srcOrd="1" destOrd="3" presId="urn:microsoft.com/office/officeart/2008/layout/NameandTitleOrganizationalChart"/>
    <dgm:cxn modelId="{5FF42E72-2EE0-4203-9F42-25612E884BAA}" type="presParOf" srcId="{2263782B-5276-4F5B-9B7E-5863E0882CFD}" destId="{492CD37F-356F-40DF-86E3-5FA103BA609E}" srcOrd="2" destOrd="3" presId="urn:microsoft.com/office/officeart/2008/layout/NameandTitleOrganizationalChart"/>
    <dgm:cxn modelId="{BF661B22-D1B1-4B03-807F-A8E5523122F8}" type="presParOf" srcId="{3F9AAE26-3EC0-42FD-87C9-89F57111CE0F}" destId="{1A946EA8-F83D-4427-92BE-0B956CB3DD9E}" srcOrd="4" destOrd="1" presId="urn:microsoft.com/office/officeart/2008/layout/NameandTitleOrganizationalChart"/>
    <dgm:cxn modelId="{24379EFD-F3BC-4D1A-B6C0-8CED1159B484}" type="presOf" srcId="{8E4D68ED-D6C3-4541-8CCC-D13A3C57CDAE}" destId="{1A946EA8-F83D-4427-92BE-0B956CB3DD9E}" srcOrd="0" destOrd="0" presId="urn:microsoft.com/office/officeart/2008/layout/NameandTitleOrganizationalChart"/>
    <dgm:cxn modelId="{2574E06D-F253-443C-BE9A-1C646517B930}" type="presParOf" srcId="{3F9AAE26-3EC0-42FD-87C9-89F57111CE0F}" destId="{D19A8A2F-1F8D-42C1-9AD8-BC04ED1825AF}" srcOrd="5" destOrd="1" presId="urn:microsoft.com/office/officeart/2008/layout/NameandTitleOrganizationalChart"/>
    <dgm:cxn modelId="{CE71843B-EC4F-48EC-9F33-89682F7C48EE}" type="presParOf" srcId="{D19A8A2F-1F8D-42C1-9AD8-BC04ED1825AF}" destId="{DE9838F7-A322-4043-AA32-3AC64EAF133F}" srcOrd="0" destOrd="5" presId="urn:microsoft.com/office/officeart/2008/layout/NameandTitleOrganizationalChart"/>
    <dgm:cxn modelId="{CFDFBF3D-B3AE-4727-9EA4-D400BCBF7378}" type="presOf" srcId="{0AFCEB4D-5FD9-40AA-9C98-BEB53164F8B5}" destId="{DE9838F7-A322-4043-AA32-3AC64EAF133F}" srcOrd="0" destOrd="0" presId="urn:microsoft.com/office/officeart/2008/layout/NameandTitleOrganizationalChart"/>
    <dgm:cxn modelId="{5F4B8489-B1B4-4CD7-B59B-11F884809CD4}" type="presParOf" srcId="{DE9838F7-A322-4043-AA32-3AC64EAF133F}" destId="{B7F3A97F-21F7-4A6A-B36E-9C442CAB2286}" srcOrd="0" destOrd="0" presId="urn:microsoft.com/office/officeart/2008/layout/NameandTitleOrganizationalChart"/>
    <dgm:cxn modelId="{EE5573A5-8BB4-4263-B66A-05BFD23F2CC6}" type="presOf" srcId="{0AFCEB4D-5FD9-40AA-9C98-BEB53164F8B5}" destId="{B7F3A97F-21F7-4A6A-B36E-9C442CAB2286}" srcOrd="0" destOrd="0" presId="urn:microsoft.com/office/officeart/2008/layout/NameandTitleOrganizationalChart"/>
    <dgm:cxn modelId="{6C10CFC3-9657-4FEA-98C2-7981411805CA}" type="presParOf" srcId="{DE9838F7-A322-4043-AA32-3AC64EAF133F}" destId="{3F24E7E4-7245-46F2-B4E6-DB96355425B0}" srcOrd="1" destOrd="0" presId="urn:microsoft.com/office/officeart/2008/layout/NameandTitleOrganizationalChart"/>
    <dgm:cxn modelId="{7513ED3C-FEE4-445C-9D10-6C42AB2E771D}" type="presOf" srcId="{A5DD02C9-8B93-43BE-BEAD-B781857F3C97}" destId="{3F24E7E4-7245-46F2-B4E6-DB96355425B0}" srcOrd="0" destOrd="0" presId="urn:microsoft.com/office/officeart/2008/layout/NameandTitleOrganizationalChart"/>
    <dgm:cxn modelId="{57C49F94-4FF6-4F6B-91AB-1D34031CEB77}" type="presParOf" srcId="{DE9838F7-A322-4043-AA32-3AC64EAF133F}" destId="{73371953-1658-44A2-A35F-26AA74EBE13A}" srcOrd="2" destOrd="0" presId="urn:microsoft.com/office/officeart/2008/layout/NameandTitleOrganizationalChart"/>
    <dgm:cxn modelId="{A924C3C8-7B29-4B82-B5DB-0FFE10BD7A2E}" type="presOf" srcId="{0AFCEB4D-5FD9-40AA-9C98-BEB53164F8B5}" destId="{73371953-1658-44A2-A35F-26AA74EBE13A}" srcOrd="0" destOrd="0" presId="urn:microsoft.com/office/officeart/2008/layout/NameandTitleOrganizationalChart"/>
    <dgm:cxn modelId="{E8A5E4A1-DD83-4CAB-9A5B-14C503450AC9}" type="presParOf" srcId="{D19A8A2F-1F8D-42C1-9AD8-BC04ED1825AF}" destId="{8CAB3E70-A603-41BF-87EE-82E476E61ABE}" srcOrd="1" destOrd="5" presId="urn:microsoft.com/office/officeart/2008/layout/NameandTitleOrganizationalChart"/>
    <dgm:cxn modelId="{C28E13E9-96AD-44B0-BF3D-290F69934ABB}" type="presParOf" srcId="{D19A8A2F-1F8D-42C1-9AD8-BC04ED1825AF}" destId="{09D68F49-147A-4DB3-A591-A080B7BC1AF2}" srcOrd="2" destOrd="5" presId="urn:microsoft.com/office/officeart/2008/layout/NameandTitleOrganizationalChart"/>
    <dgm:cxn modelId="{A157DC6F-8194-4281-88BF-79D165822159}" type="presParOf" srcId="{81178AF7-38BF-46F0-872E-DD2EC9579ACD}" destId="{9EC9AE1D-6D2B-4C5A-B8F4-9B1B28201C71}" srcOrd="2" destOrd="0" presId="urn:microsoft.com/office/officeart/2008/layout/NameandTitleOrganizationalChart"/>
    <dgm:cxn modelId="{5EA1088F-2544-487A-9F6F-2734DA2FFF7A}" type="presParOf" srcId="{9EC9AE1D-6D2B-4C5A-B8F4-9B1B28201C71}" destId="{EF63BCAB-0A8D-415A-8503-FDCCA09E3AC1}" srcOrd="0" destOrd="2" presId="urn:microsoft.com/office/officeart/2008/layout/NameandTitleOrganizationalChart"/>
    <dgm:cxn modelId="{8AEE3046-0DA9-416B-B9E3-84A8D6F8F045}" type="presOf" srcId="{8D1294C6-F181-4142-BD98-32A0ECCFFE81}" destId="{EF63BCAB-0A8D-415A-8503-FDCCA09E3AC1}" srcOrd="0" destOrd="0" presId="urn:microsoft.com/office/officeart/2008/layout/NameandTitleOrganizationalChart"/>
    <dgm:cxn modelId="{7B4E59D3-A42B-4C83-A76D-A80D18E4141A}" type="presParOf" srcId="{9EC9AE1D-6D2B-4C5A-B8F4-9B1B28201C71}" destId="{E599C5DF-E9CE-4F13-9373-2BA337829EBD}" srcOrd="1" destOrd="2" presId="urn:microsoft.com/office/officeart/2008/layout/NameandTitleOrganizationalChart"/>
    <dgm:cxn modelId="{A93687C6-D1B4-4AB2-A100-57AE772B0F9D}" type="presParOf" srcId="{E599C5DF-E9CE-4F13-9373-2BA337829EBD}" destId="{BC7863DA-7DB1-4FE6-970A-E5192BCED93A}" srcOrd="0" destOrd="1" presId="urn:microsoft.com/office/officeart/2008/layout/NameandTitleOrganizationalChart"/>
    <dgm:cxn modelId="{7A672425-AD74-4092-AAB3-46E751E4E327}" type="presOf" srcId="{7D3B3AE4-9E7C-4833-B466-CF7479A9F4E4}" destId="{BC7863DA-7DB1-4FE6-970A-E5192BCED93A}" srcOrd="0" destOrd="0" presId="urn:microsoft.com/office/officeart/2008/layout/NameandTitleOrganizationalChart"/>
    <dgm:cxn modelId="{35390D36-E1B3-478C-A1FE-29ADCC311458}" type="presParOf" srcId="{BC7863DA-7DB1-4FE6-970A-E5192BCED93A}" destId="{350D9D2F-78CB-4CE5-9249-1D64BDB6607E}" srcOrd="0" destOrd="0" presId="urn:microsoft.com/office/officeart/2008/layout/NameandTitleOrganizationalChart"/>
    <dgm:cxn modelId="{00533763-9182-437B-A187-B2858100E35D}" type="presOf" srcId="{7D3B3AE4-9E7C-4833-B466-CF7479A9F4E4}" destId="{350D9D2F-78CB-4CE5-9249-1D64BDB6607E}" srcOrd="0" destOrd="0" presId="urn:microsoft.com/office/officeart/2008/layout/NameandTitleOrganizationalChart"/>
    <dgm:cxn modelId="{B046ED51-478E-4A4F-A59D-B85904A23828}" type="presParOf" srcId="{BC7863DA-7DB1-4FE6-970A-E5192BCED93A}" destId="{9C2EB2A2-F56E-4272-9D43-DC832B00F2D3}" srcOrd="1" destOrd="0" presId="urn:microsoft.com/office/officeart/2008/layout/NameandTitleOrganizationalChart"/>
    <dgm:cxn modelId="{24DD7123-D28B-4CD0-9DF4-FB58C357044D}" type="presOf" srcId="{3850E568-9F5E-4208-9EA4-7852BE5B61EB}" destId="{9C2EB2A2-F56E-4272-9D43-DC832B00F2D3}" srcOrd="0" destOrd="0" presId="urn:microsoft.com/office/officeart/2008/layout/NameandTitleOrganizationalChart"/>
    <dgm:cxn modelId="{EDBC3459-0943-43B4-B83C-915FBE744EE7}" type="presParOf" srcId="{BC7863DA-7DB1-4FE6-970A-E5192BCED93A}" destId="{F4F3E2FB-D015-4B83-9127-89E591B8D58D}" srcOrd="2" destOrd="0" presId="urn:microsoft.com/office/officeart/2008/layout/NameandTitleOrganizationalChart"/>
    <dgm:cxn modelId="{6D293950-4318-4085-8A23-EB6FC78CFA11}" type="presOf" srcId="{7D3B3AE4-9E7C-4833-B466-CF7479A9F4E4}" destId="{F4F3E2FB-D015-4B83-9127-89E591B8D58D}" srcOrd="0" destOrd="0" presId="urn:microsoft.com/office/officeart/2008/layout/NameandTitleOrganizationalChart"/>
    <dgm:cxn modelId="{6C077061-2CD3-498B-A0B2-FDF4428B47AF}" type="presParOf" srcId="{E599C5DF-E9CE-4F13-9373-2BA337829EBD}" destId="{127F8015-9BAB-4E07-99F8-457D4F6F22DD}" srcOrd="1" destOrd="1" presId="urn:microsoft.com/office/officeart/2008/layout/NameandTitleOrganizationalChart"/>
    <dgm:cxn modelId="{D8720E0E-E382-49F5-8A88-DA13D902E07D}" type="presParOf" srcId="{E599C5DF-E9CE-4F13-9373-2BA337829EBD}" destId="{E4FEB4AE-8EF7-491A-AF74-404FC309446F}" srcOrd="2" destOrd="1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1AB575-9819-44AE-A3C8-CF9F48AF704E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14322778-163D-4F0A-9B5F-EB58CA9F67B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engagment</a:t>
          </a:r>
          <a:endParaRPr lang="en-US"/>
        </a:p>
      </dgm:t>
    </dgm:pt>
    <dgm:pt modelId="{049FCEFD-8BEC-4A84-B713-756DEB67BE74}" cxnId="{02F7859F-F6F6-446D-B788-65FEF493DEBA}" type="parTrans">
      <dgm:prSet/>
      <dgm:spPr/>
      <dgm:t>
        <a:bodyPr/>
        <a:p>
          <a:endParaRPr lang="en-US"/>
        </a:p>
      </dgm:t>
    </dgm:pt>
    <dgm:pt modelId="{001A1D7E-C84D-4C4A-9501-750C432E1A7A}" cxnId="{02F7859F-F6F6-446D-B788-65FEF493DEBA}" type="sibTrans">
      <dgm:prSet/>
      <dgm:spPr/>
      <dgm:t>
        <a:bodyPr/>
        <a:p>
          <a:endParaRPr lang="en-US"/>
        </a:p>
      </dgm:t>
    </dgm:pt>
    <dgm:pt modelId="{7D3B3AE4-9E7C-4833-B466-CF7479A9F4E4}" type="asst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week 1</a:t>
          </a:r>
          <a:endParaRPr lang="en-US"/>
        </a:p>
      </dgm:t>
    </dgm:pt>
    <dgm:pt modelId="{8D1294C6-F181-4142-BD98-32A0ECCFFE81}" cxnId="{1E9A8719-3A8C-4D1B-B6DB-9E2972B733FD}" type="parTrans">
      <dgm:prSet/>
      <dgm:spPr/>
      <dgm:t>
        <a:bodyPr/>
        <a:p>
          <a:endParaRPr lang="en-US"/>
        </a:p>
      </dgm:t>
    </dgm:pt>
    <dgm:pt modelId="{3850E568-9F5E-4208-9EA4-7852BE5B61EB}" cxnId="{1E9A8719-3A8C-4D1B-B6DB-9E2972B733FD}" type="sibTrans">
      <dgm:prSet/>
      <dgm:spPr/>
      <dgm:t>
        <a:bodyPr/>
        <a:p>
          <a:endParaRPr lang="en-US"/>
        </a:p>
      </dgm:t>
    </dgm:pt>
    <dgm:pt modelId="{B23BDBAB-7CD7-4894-9889-9982FBB5822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infographic </a:t>
          </a:r>
          <a:r>
            <a:rPr lang="ar-EG" altLang="en-US"/>
            <a:t>عم الاعراض المبكرة لمرض السكر </a:t>
          </a:r>
          <a:endParaRPr lang="ar-EG" altLang="en-US"/>
        </a:p>
      </dgm:t>
    </dgm:pt>
    <dgm:pt modelId="{069F0FE3-2073-4DA6-A046-620CBA73F9DD}" cxnId="{018E57D1-2DD2-4B77-A1AF-CDE9AD9FF241}" type="parTrans">
      <dgm:prSet/>
      <dgm:spPr/>
      <dgm:t>
        <a:bodyPr/>
        <a:p>
          <a:endParaRPr lang="en-US"/>
        </a:p>
      </dgm:t>
    </dgm:pt>
    <dgm:pt modelId="{24E385A5-1509-4EDB-9628-A18777C52ADB}" cxnId="{018E57D1-2DD2-4B77-A1AF-CDE9AD9FF241}" type="sibTrans">
      <dgm:prSet/>
      <dgm:spPr/>
      <dgm:t>
        <a:bodyPr/>
        <a:p>
          <a:endParaRPr lang="en-US"/>
        </a:p>
      </dgm:t>
    </dgm:pt>
    <dgm:pt modelId="{35BA20EC-4436-4F03-99F0-D02FB533DF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ar-EG"/>
            <a:t>trending reel </a:t>
          </a:r>
          <a:r>
            <a:rPr lang="ar-EG" altLang="ar-EG"/>
            <a:t> عن معلومة صحية فر 30 ثانية </a:t>
          </a:r>
          <a:endParaRPr lang="ar-EG" altLang="ar-EG"/>
        </a:p>
      </dgm:t>
    </dgm:pt>
    <dgm:pt modelId="{F5D260A9-D87F-4A8C-A803-E32A03FA54A8}" cxnId="{FDDEFC15-C5E9-4E53-BE27-C80512080758}" type="parTrans">
      <dgm:prSet/>
      <dgm:spPr/>
      <dgm:t>
        <a:bodyPr/>
        <a:p>
          <a:endParaRPr lang="en-US"/>
        </a:p>
      </dgm:t>
    </dgm:pt>
    <dgm:pt modelId="{B0DE14E6-70B7-432F-B0C8-7C4FBCA43CF8}" cxnId="{FDDEFC15-C5E9-4E53-BE27-C80512080758}" type="sibTrans">
      <dgm:prSet/>
      <dgm:spPr/>
      <dgm:t>
        <a:bodyPr/>
        <a:p>
          <a:endParaRPr lang="en-US"/>
        </a:p>
      </dgm:t>
    </dgm:pt>
    <dgm:pt modelId="{0AFCEB4D-5FD9-40AA-9C98-BEB53164F8B5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ar-EG" altLang="en-US"/>
            <a:t>بوست عن الاطعمة التى  تنظم مرض السكر </a:t>
          </a:r>
          <a:r>
            <a:rPr lang="en-US" altLang="ar-EG"/>
            <a:t/>
          </a:r>
          <a:endParaRPr lang="en-US" altLang="ar-EG"/>
        </a:p>
      </dgm:t>
    </dgm:pt>
    <dgm:pt modelId="{8E4D68ED-D6C3-4541-8CCC-D13A3C57CDAE}" cxnId="{EEA429EC-F5F5-42F6-9979-EEC98289D3E4}" type="parTrans">
      <dgm:prSet/>
      <dgm:spPr/>
      <dgm:t>
        <a:bodyPr/>
        <a:p>
          <a:endParaRPr lang="en-US"/>
        </a:p>
      </dgm:t>
    </dgm:pt>
    <dgm:pt modelId="{A5DD02C9-8B93-43BE-BEAD-B781857F3C97}" cxnId="{EEA429EC-F5F5-42F6-9979-EEC98289D3E4}" type="sibTrans">
      <dgm:prSet/>
      <dgm:spPr/>
      <dgm:t>
        <a:bodyPr/>
        <a:p>
          <a:endParaRPr lang="en-US"/>
        </a:p>
      </dgm:t>
    </dgm:pt>
    <dgm:pt modelId="{EFC6FE94-E4EE-4C2C-BA29-A15E851085D1}" type="pres">
      <dgm:prSet presAssocID="{1E1AB575-9819-44AE-A3C8-CF9F48AF704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1178AF7-38BF-46F0-872E-DD2EC9579ACD}" type="pres">
      <dgm:prSet presAssocID="{14322778-163D-4F0A-9B5F-EB58CA9F67B9}" presName="hierRoot1" presStyleCnt="0">
        <dgm:presLayoutVars>
          <dgm:hierBranch val="init"/>
        </dgm:presLayoutVars>
      </dgm:prSet>
      <dgm:spPr/>
    </dgm:pt>
    <dgm:pt modelId="{E1557E32-7B61-4EDE-95EF-0D58B9354D11}" type="pres">
      <dgm:prSet presAssocID="{14322778-163D-4F0A-9B5F-EB58CA9F67B9}" presName="rootComposite1" presStyleCnt="0"/>
      <dgm:spPr/>
    </dgm:pt>
    <dgm:pt modelId="{8C1C4E3F-F5AF-4B85-84B6-1C435203C46E}" type="pres">
      <dgm:prSet presAssocID="{14322778-163D-4F0A-9B5F-EB58CA9F67B9}" presName="rootText1" presStyleLbl="node0" presStyleIdx="0" presStyleCnt="1">
        <dgm:presLayoutVars>
          <dgm:chMax/>
          <dgm:chPref val="3"/>
        </dgm:presLayoutVars>
      </dgm:prSet>
      <dgm:spPr/>
    </dgm:pt>
    <dgm:pt modelId="{762CCF6A-7E9D-4EDB-9E54-D9FAE571A19D}" type="pres">
      <dgm:prSet presAssocID="{14322778-163D-4F0A-9B5F-EB58CA9F67B9}" presName="titleText1" presStyleLbl="fgAcc0" presStyleIdx="0" presStyleCnt="1">
        <dgm:presLayoutVars>
          <dgm:chMax val="0"/>
          <dgm:chPref val="0"/>
        </dgm:presLayoutVars>
      </dgm:prSet>
      <dgm:spPr/>
    </dgm:pt>
    <dgm:pt modelId="{8835CE7C-4999-45BF-A08E-804F51E6EA70}" type="pres">
      <dgm:prSet presAssocID="{14322778-163D-4F0A-9B5F-EB58CA9F67B9}" presName="rootConnector1" presStyleCnt="0"/>
      <dgm:spPr/>
    </dgm:pt>
    <dgm:pt modelId="{3F9AAE26-3EC0-42FD-87C9-89F57111CE0F}" type="pres">
      <dgm:prSet presAssocID="{14322778-163D-4F0A-9B5F-EB58CA9F67B9}" presName="hierChild2" presStyleCnt="0"/>
      <dgm:spPr/>
    </dgm:pt>
    <dgm:pt modelId="{718839F4-5F33-40A2-A382-014B6988DEE6}" type="pres">
      <dgm:prSet presAssocID="{069F0FE3-2073-4DA6-A046-620CBA73F9DD}" presName="Name37" presStyleLbl="parChTrans1D2" presStyleIdx="0" presStyleCnt="4"/>
      <dgm:spPr/>
    </dgm:pt>
    <dgm:pt modelId="{6763154A-A931-4ABD-A0A8-FAE037781744}" type="pres">
      <dgm:prSet presAssocID="{B23BDBAB-7CD7-4894-9889-9982FBB58222}" presName="hierRoot2" presStyleCnt="0">
        <dgm:presLayoutVars>
          <dgm:hierBranch val="init"/>
        </dgm:presLayoutVars>
      </dgm:prSet>
      <dgm:spPr/>
    </dgm:pt>
    <dgm:pt modelId="{66919ACB-F4A9-4BD6-9F10-3617841265D9}" type="pres">
      <dgm:prSet presAssocID="{B23BDBAB-7CD7-4894-9889-9982FBB58222}" presName="rootComposite" presStyleCnt="0"/>
      <dgm:spPr/>
    </dgm:pt>
    <dgm:pt modelId="{1FF320CD-7DB9-46B7-A6B1-F3041721A93F}" type="pres">
      <dgm:prSet presAssocID="{B23BDBAB-7CD7-4894-9889-9982FBB58222}" presName="rootText" presStyleLbl="node1" presStyleIdx="0" presStyleCnt="3">
        <dgm:presLayoutVars>
          <dgm:chMax/>
          <dgm:chPref val="3"/>
        </dgm:presLayoutVars>
      </dgm:prSet>
      <dgm:spPr/>
    </dgm:pt>
    <dgm:pt modelId="{E6F0AE28-9371-461F-A883-B8A4242ECF62}" type="pres">
      <dgm:prSet presAssocID="{B23BDBAB-7CD7-4894-9889-9982FBB58222}" presName="titleText2" presStyleLbl="fgAcc1" presStyleIdx="0" presStyleCnt="3">
        <dgm:presLayoutVars>
          <dgm:chMax val="0"/>
          <dgm:chPref val="0"/>
        </dgm:presLayoutVars>
      </dgm:prSet>
      <dgm:spPr/>
    </dgm:pt>
    <dgm:pt modelId="{0DE9192D-CC1A-4FDF-A14D-4C596628FF8D}" type="pres">
      <dgm:prSet presAssocID="{B23BDBAB-7CD7-4894-9889-9982FBB58222}" presName="rootConnector" presStyleCnt="0"/>
      <dgm:spPr/>
    </dgm:pt>
    <dgm:pt modelId="{BEE60A96-E770-4946-B49E-87826921E70B}" type="pres">
      <dgm:prSet presAssocID="{B23BDBAB-7CD7-4894-9889-9982FBB58222}" presName="hierChild4" presStyleCnt="0"/>
      <dgm:spPr/>
    </dgm:pt>
    <dgm:pt modelId="{0D4B7D88-8C41-482B-97F9-3231D4364E4F}" type="pres">
      <dgm:prSet presAssocID="{B23BDBAB-7CD7-4894-9889-9982FBB58222}" presName="hierChild5" presStyleCnt="0"/>
      <dgm:spPr/>
    </dgm:pt>
    <dgm:pt modelId="{DD5DED7F-8891-488E-92AE-07EF36D3E8E1}" type="pres">
      <dgm:prSet presAssocID="{F5D260A9-D87F-4A8C-A803-E32A03FA54A8}" presName="Name37" presStyleLbl="parChTrans1D2" presStyleIdx="1" presStyleCnt="4"/>
      <dgm:spPr/>
    </dgm:pt>
    <dgm:pt modelId="{2263782B-5276-4F5B-9B7E-5863E0882CFD}" type="pres">
      <dgm:prSet presAssocID="{35BA20EC-4436-4F03-99F0-D02FB533DF93}" presName="hierRoot2" presStyleCnt="0">
        <dgm:presLayoutVars>
          <dgm:hierBranch val="init"/>
        </dgm:presLayoutVars>
      </dgm:prSet>
      <dgm:spPr/>
    </dgm:pt>
    <dgm:pt modelId="{69BF0A15-7955-4651-BC91-8F6B6E0521A8}" type="pres">
      <dgm:prSet presAssocID="{35BA20EC-4436-4F03-99F0-D02FB533DF93}" presName="rootComposite" presStyleCnt="0"/>
      <dgm:spPr/>
    </dgm:pt>
    <dgm:pt modelId="{62F13039-777B-430B-9535-AC519AF52769}" type="pres">
      <dgm:prSet presAssocID="{35BA20EC-4436-4F03-99F0-D02FB533DF93}" presName="rootText" presStyleLbl="node1" presStyleIdx="1" presStyleCnt="3">
        <dgm:presLayoutVars>
          <dgm:chMax/>
          <dgm:chPref val="3"/>
        </dgm:presLayoutVars>
      </dgm:prSet>
      <dgm:spPr/>
    </dgm:pt>
    <dgm:pt modelId="{0A1FBB09-9851-427E-B78F-4234A909FBD1}" type="pres">
      <dgm:prSet presAssocID="{35BA20EC-4436-4F03-99F0-D02FB533DF93}" presName="titleText2" presStyleLbl="fgAcc1" presStyleIdx="1" presStyleCnt="3">
        <dgm:presLayoutVars>
          <dgm:chMax val="0"/>
          <dgm:chPref val="0"/>
        </dgm:presLayoutVars>
      </dgm:prSet>
      <dgm:spPr/>
    </dgm:pt>
    <dgm:pt modelId="{0F9735B2-7810-446E-9C1C-8B8F5662B9C2}" type="pres">
      <dgm:prSet presAssocID="{35BA20EC-4436-4F03-99F0-D02FB533DF93}" presName="rootConnector" presStyleCnt="0"/>
      <dgm:spPr/>
    </dgm:pt>
    <dgm:pt modelId="{27D3FA01-0870-49E6-9044-9E6DFBE81345}" type="pres">
      <dgm:prSet presAssocID="{35BA20EC-4436-4F03-99F0-D02FB533DF93}" presName="hierChild4" presStyleCnt="0"/>
      <dgm:spPr/>
    </dgm:pt>
    <dgm:pt modelId="{492CD37F-356F-40DF-86E3-5FA103BA609E}" type="pres">
      <dgm:prSet presAssocID="{35BA20EC-4436-4F03-99F0-D02FB533DF93}" presName="hierChild5" presStyleCnt="0"/>
      <dgm:spPr/>
    </dgm:pt>
    <dgm:pt modelId="{1A946EA8-F83D-4427-92BE-0B956CB3DD9E}" type="pres">
      <dgm:prSet presAssocID="{8E4D68ED-D6C3-4541-8CCC-D13A3C57CDAE}" presName="Name37" presStyleLbl="parChTrans1D2" presStyleIdx="2" presStyleCnt="4"/>
      <dgm:spPr/>
    </dgm:pt>
    <dgm:pt modelId="{D19A8A2F-1F8D-42C1-9AD8-BC04ED1825AF}" type="pres">
      <dgm:prSet presAssocID="{0AFCEB4D-5FD9-40AA-9C98-BEB53164F8B5}" presName="hierRoot2" presStyleCnt="0">
        <dgm:presLayoutVars>
          <dgm:hierBranch val="init"/>
        </dgm:presLayoutVars>
      </dgm:prSet>
      <dgm:spPr/>
    </dgm:pt>
    <dgm:pt modelId="{DE9838F7-A322-4043-AA32-3AC64EAF133F}" type="pres">
      <dgm:prSet presAssocID="{0AFCEB4D-5FD9-40AA-9C98-BEB53164F8B5}" presName="rootComposite" presStyleCnt="0"/>
      <dgm:spPr/>
    </dgm:pt>
    <dgm:pt modelId="{B7F3A97F-21F7-4A6A-B36E-9C442CAB2286}" type="pres">
      <dgm:prSet presAssocID="{0AFCEB4D-5FD9-40AA-9C98-BEB53164F8B5}" presName="rootText" presStyleLbl="node1" presStyleIdx="2" presStyleCnt="3">
        <dgm:presLayoutVars>
          <dgm:chMax/>
          <dgm:chPref val="3"/>
        </dgm:presLayoutVars>
      </dgm:prSet>
      <dgm:spPr/>
    </dgm:pt>
    <dgm:pt modelId="{3F24E7E4-7245-46F2-B4E6-DB96355425B0}" type="pres">
      <dgm:prSet presAssocID="{0AFCEB4D-5FD9-40AA-9C98-BEB53164F8B5}" presName="titleText2" presStyleLbl="fgAcc1" presStyleIdx="2" presStyleCnt="3">
        <dgm:presLayoutVars>
          <dgm:chMax val="0"/>
          <dgm:chPref val="0"/>
        </dgm:presLayoutVars>
      </dgm:prSet>
      <dgm:spPr/>
    </dgm:pt>
    <dgm:pt modelId="{73371953-1658-44A2-A35F-26AA74EBE13A}" type="pres">
      <dgm:prSet presAssocID="{0AFCEB4D-5FD9-40AA-9C98-BEB53164F8B5}" presName="rootConnector" presStyleCnt="0"/>
      <dgm:spPr/>
    </dgm:pt>
    <dgm:pt modelId="{8CAB3E70-A603-41BF-87EE-82E476E61ABE}" type="pres">
      <dgm:prSet presAssocID="{0AFCEB4D-5FD9-40AA-9C98-BEB53164F8B5}" presName="hierChild4" presStyleCnt="0"/>
      <dgm:spPr/>
    </dgm:pt>
    <dgm:pt modelId="{09D68F49-147A-4DB3-A591-A080B7BC1AF2}" type="pres">
      <dgm:prSet presAssocID="{0AFCEB4D-5FD9-40AA-9C98-BEB53164F8B5}" presName="hierChild5" presStyleCnt="0"/>
      <dgm:spPr/>
    </dgm:pt>
    <dgm:pt modelId="{9EC9AE1D-6D2B-4C5A-B8F4-9B1B28201C71}" type="pres">
      <dgm:prSet presAssocID="{14322778-163D-4F0A-9B5F-EB58CA9F67B9}" presName="hierChild3" presStyleCnt="0"/>
      <dgm:spPr/>
    </dgm:pt>
    <dgm:pt modelId="{EF63BCAB-0A8D-415A-8503-FDCCA09E3AC1}" type="pres">
      <dgm:prSet presAssocID="{8D1294C6-F181-4142-BD98-32A0ECCFFE81}" presName="Name96" presStyleLbl="parChTrans1D2" presStyleIdx="3" presStyleCnt="4"/>
      <dgm:spPr/>
    </dgm:pt>
    <dgm:pt modelId="{E599C5DF-E9CE-4F13-9373-2BA337829EBD}" type="pres">
      <dgm:prSet presAssocID="{7D3B3AE4-9E7C-4833-B466-CF7479A9F4E4}" presName="hierRoot3" presStyleCnt="0">
        <dgm:presLayoutVars>
          <dgm:hierBranch val="init"/>
        </dgm:presLayoutVars>
      </dgm:prSet>
      <dgm:spPr/>
    </dgm:pt>
    <dgm:pt modelId="{BC7863DA-7DB1-4FE6-970A-E5192BCED93A}" type="pres">
      <dgm:prSet presAssocID="{7D3B3AE4-9E7C-4833-B466-CF7479A9F4E4}" presName="rootComposite3" presStyleCnt="0"/>
      <dgm:spPr/>
    </dgm:pt>
    <dgm:pt modelId="{350D9D2F-78CB-4CE5-9249-1D64BDB6607E}" type="pres">
      <dgm:prSet presAssocID="{7D3B3AE4-9E7C-4833-B466-CF7479A9F4E4}" presName="rootText3" presStyleLbl="asst1" presStyleIdx="0" presStyleCnt="1">
        <dgm:presLayoutVars>
          <dgm:chPref val="3"/>
        </dgm:presLayoutVars>
      </dgm:prSet>
      <dgm:spPr/>
    </dgm:pt>
    <dgm:pt modelId="{9C2EB2A2-F56E-4272-9D43-DC832B00F2D3}" type="pres">
      <dgm:prSet presAssocID="{7D3B3AE4-9E7C-4833-B466-CF7479A9F4E4}" presName="titleText3" presStyleLbl="fgAcc2" presStyleIdx="0" presStyleCnt="1">
        <dgm:presLayoutVars>
          <dgm:chMax val="0"/>
          <dgm:chPref val="0"/>
        </dgm:presLayoutVars>
      </dgm:prSet>
      <dgm:spPr/>
    </dgm:pt>
    <dgm:pt modelId="{F4F3E2FB-D015-4B83-9127-89E591B8D58D}" type="pres">
      <dgm:prSet presAssocID="{7D3B3AE4-9E7C-4833-B466-CF7479A9F4E4}" presName="rootConnector3" presStyleCnt="0"/>
      <dgm:spPr/>
    </dgm:pt>
    <dgm:pt modelId="{127F8015-9BAB-4E07-99F8-457D4F6F22DD}" type="pres">
      <dgm:prSet presAssocID="{7D3B3AE4-9E7C-4833-B466-CF7479A9F4E4}" presName="hierChild6" presStyleCnt="0"/>
      <dgm:spPr/>
    </dgm:pt>
    <dgm:pt modelId="{E4FEB4AE-8EF7-491A-AF74-404FC309446F}" type="pres">
      <dgm:prSet presAssocID="{7D3B3AE4-9E7C-4833-B466-CF7479A9F4E4}" presName="hierChild7" presStyleCnt="0"/>
      <dgm:spPr/>
    </dgm:pt>
  </dgm:ptLst>
  <dgm:cxnLst>
    <dgm:cxn modelId="{02F7859F-F6F6-446D-B788-65FEF493DEBA}" srcId="{1E1AB575-9819-44AE-A3C8-CF9F48AF704E}" destId="{14322778-163D-4F0A-9B5F-EB58CA9F67B9}" srcOrd="0" destOrd="0" parTransId="{049FCEFD-8BEC-4A84-B713-756DEB67BE74}" sibTransId="{001A1D7E-C84D-4C4A-9501-750C432E1A7A}"/>
    <dgm:cxn modelId="{1E9A8719-3A8C-4D1B-B6DB-9E2972B733FD}" srcId="{14322778-163D-4F0A-9B5F-EB58CA9F67B9}" destId="{7D3B3AE4-9E7C-4833-B466-CF7479A9F4E4}" srcOrd="0" destOrd="0" parTransId="{8D1294C6-F181-4142-BD98-32A0ECCFFE81}" sibTransId="{3850E568-9F5E-4208-9EA4-7852BE5B61EB}"/>
    <dgm:cxn modelId="{018E57D1-2DD2-4B77-A1AF-CDE9AD9FF241}" srcId="{14322778-163D-4F0A-9B5F-EB58CA9F67B9}" destId="{B23BDBAB-7CD7-4894-9889-9982FBB58222}" srcOrd="1" destOrd="0" parTransId="{069F0FE3-2073-4DA6-A046-620CBA73F9DD}" sibTransId="{24E385A5-1509-4EDB-9628-A18777C52ADB}"/>
    <dgm:cxn modelId="{FDDEFC15-C5E9-4E53-BE27-C80512080758}" srcId="{14322778-163D-4F0A-9B5F-EB58CA9F67B9}" destId="{35BA20EC-4436-4F03-99F0-D02FB533DF93}" srcOrd="2" destOrd="0" parTransId="{F5D260A9-D87F-4A8C-A803-E32A03FA54A8}" sibTransId="{B0DE14E6-70B7-432F-B0C8-7C4FBCA43CF8}"/>
    <dgm:cxn modelId="{EEA429EC-F5F5-42F6-9979-EEC98289D3E4}" srcId="{14322778-163D-4F0A-9B5F-EB58CA9F67B9}" destId="{0AFCEB4D-5FD9-40AA-9C98-BEB53164F8B5}" srcOrd="3" destOrd="0" parTransId="{8E4D68ED-D6C3-4541-8CCC-D13A3C57CDAE}" sibTransId="{A5DD02C9-8B93-43BE-BEAD-B781857F3C97}"/>
    <dgm:cxn modelId="{F88A632A-853A-4E19-B428-F59A4898AD17}" type="presOf" srcId="{1E1AB575-9819-44AE-A3C8-CF9F48AF704E}" destId="{EFC6FE94-E4EE-4C2C-BA29-A15E851085D1}" srcOrd="0" destOrd="0" presId="urn:microsoft.com/office/officeart/2008/layout/NameandTitleOrganizationalChart"/>
    <dgm:cxn modelId="{584BE5D7-4E39-4357-A83B-644ADD97E4BD}" type="presParOf" srcId="{EFC6FE94-E4EE-4C2C-BA29-A15E851085D1}" destId="{81178AF7-38BF-46F0-872E-DD2EC9579ACD}" srcOrd="0" destOrd="0" presId="urn:microsoft.com/office/officeart/2008/layout/NameandTitleOrganizationalChart"/>
    <dgm:cxn modelId="{71BC71E5-FBD9-49D1-9F16-C8010913A123}" type="presParOf" srcId="{81178AF7-38BF-46F0-872E-DD2EC9579ACD}" destId="{E1557E32-7B61-4EDE-95EF-0D58B9354D11}" srcOrd="0" destOrd="0" presId="urn:microsoft.com/office/officeart/2008/layout/NameandTitleOrganizationalChart"/>
    <dgm:cxn modelId="{3F43A42E-0185-4841-9C26-2D6DC48AF03A}" type="presOf" srcId="{14322778-163D-4F0A-9B5F-EB58CA9F67B9}" destId="{E1557E32-7B61-4EDE-95EF-0D58B9354D11}" srcOrd="0" destOrd="0" presId="urn:microsoft.com/office/officeart/2008/layout/NameandTitleOrganizationalChart"/>
    <dgm:cxn modelId="{17BC48B4-45D3-4D32-8503-5451A1FE7015}" type="presParOf" srcId="{E1557E32-7B61-4EDE-95EF-0D58B9354D11}" destId="{8C1C4E3F-F5AF-4B85-84B6-1C435203C46E}" srcOrd="0" destOrd="0" presId="urn:microsoft.com/office/officeart/2008/layout/NameandTitleOrganizationalChart"/>
    <dgm:cxn modelId="{26F81D8C-956B-4333-AF53-1F24564563BF}" type="presOf" srcId="{14322778-163D-4F0A-9B5F-EB58CA9F67B9}" destId="{8C1C4E3F-F5AF-4B85-84B6-1C435203C46E}" srcOrd="0" destOrd="0" presId="urn:microsoft.com/office/officeart/2008/layout/NameandTitleOrganizationalChart"/>
    <dgm:cxn modelId="{2DD97167-94A0-420C-89D4-269028D7A4A8}" type="presParOf" srcId="{E1557E32-7B61-4EDE-95EF-0D58B9354D11}" destId="{762CCF6A-7E9D-4EDB-9E54-D9FAE571A19D}" srcOrd="1" destOrd="0" presId="urn:microsoft.com/office/officeart/2008/layout/NameandTitleOrganizationalChart"/>
    <dgm:cxn modelId="{24BFA6FF-E1E7-4F98-9745-266ABB2ED15A}" type="presOf" srcId="{001A1D7E-C84D-4C4A-9501-750C432E1A7A}" destId="{762CCF6A-7E9D-4EDB-9E54-D9FAE571A19D}" srcOrd="0" destOrd="0" presId="urn:microsoft.com/office/officeart/2008/layout/NameandTitleOrganizationalChart"/>
    <dgm:cxn modelId="{D1DF655A-138F-4160-9116-6853C450DDFC}" type="presParOf" srcId="{E1557E32-7B61-4EDE-95EF-0D58B9354D11}" destId="{8835CE7C-4999-45BF-A08E-804F51E6EA70}" srcOrd="2" destOrd="0" presId="urn:microsoft.com/office/officeart/2008/layout/NameandTitleOrganizationalChart"/>
    <dgm:cxn modelId="{2DBE198B-9DA7-4C40-98E8-3C654C707637}" type="presOf" srcId="{14322778-163D-4F0A-9B5F-EB58CA9F67B9}" destId="{8835CE7C-4999-45BF-A08E-804F51E6EA70}" srcOrd="0" destOrd="0" presId="urn:microsoft.com/office/officeart/2008/layout/NameandTitleOrganizationalChart"/>
    <dgm:cxn modelId="{8B4633F9-CD27-49A3-9928-5583BD23C9AE}" type="presParOf" srcId="{81178AF7-38BF-46F0-872E-DD2EC9579ACD}" destId="{3F9AAE26-3EC0-42FD-87C9-89F57111CE0F}" srcOrd="1" destOrd="0" presId="urn:microsoft.com/office/officeart/2008/layout/NameandTitleOrganizationalChart"/>
    <dgm:cxn modelId="{C594E86C-BD4C-4211-A14E-880586BF858B}" type="presParOf" srcId="{3F9AAE26-3EC0-42FD-87C9-89F57111CE0F}" destId="{718839F4-5F33-40A2-A382-014B6988DEE6}" srcOrd="0" destOrd="1" presId="urn:microsoft.com/office/officeart/2008/layout/NameandTitleOrganizationalChart"/>
    <dgm:cxn modelId="{0A4B846E-7C57-4ACE-8768-2B5695889F9A}" type="presOf" srcId="{069F0FE3-2073-4DA6-A046-620CBA73F9DD}" destId="{718839F4-5F33-40A2-A382-014B6988DEE6}" srcOrd="0" destOrd="0" presId="urn:microsoft.com/office/officeart/2008/layout/NameandTitleOrganizationalChart"/>
    <dgm:cxn modelId="{86CE1951-B0D9-423C-99E4-AFD3B649E2E8}" type="presParOf" srcId="{3F9AAE26-3EC0-42FD-87C9-89F57111CE0F}" destId="{6763154A-A931-4ABD-A0A8-FAE037781744}" srcOrd="1" destOrd="1" presId="urn:microsoft.com/office/officeart/2008/layout/NameandTitleOrganizationalChart"/>
    <dgm:cxn modelId="{42FFF915-4EF1-48BF-A337-0F8B24473C03}" type="presParOf" srcId="{6763154A-A931-4ABD-A0A8-FAE037781744}" destId="{66919ACB-F4A9-4BD6-9F10-3617841265D9}" srcOrd="0" destOrd="1" presId="urn:microsoft.com/office/officeart/2008/layout/NameandTitleOrganizationalChart"/>
    <dgm:cxn modelId="{ECEA2EC9-84EA-4106-A5D5-2597527805BC}" type="presOf" srcId="{B23BDBAB-7CD7-4894-9889-9982FBB58222}" destId="{66919ACB-F4A9-4BD6-9F10-3617841265D9}" srcOrd="0" destOrd="0" presId="urn:microsoft.com/office/officeart/2008/layout/NameandTitleOrganizationalChart"/>
    <dgm:cxn modelId="{FD11A092-5A13-4471-9496-5FC78417C4F1}" type="presParOf" srcId="{66919ACB-F4A9-4BD6-9F10-3617841265D9}" destId="{1FF320CD-7DB9-46B7-A6B1-F3041721A93F}" srcOrd="0" destOrd="0" presId="urn:microsoft.com/office/officeart/2008/layout/NameandTitleOrganizationalChart"/>
    <dgm:cxn modelId="{6503253B-22E0-4F05-96FD-5A2DFBE7ECCE}" type="presOf" srcId="{B23BDBAB-7CD7-4894-9889-9982FBB58222}" destId="{1FF320CD-7DB9-46B7-A6B1-F3041721A93F}" srcOrd="0" destOrd="0" presId="urn:microsoft.com/office/officeart/2008/layout/NameandTitleOrganizationalChart"/>
    <dgm:cxn modelId="{92594022-C965-4CFC-8F03-B2373C412340}" type="presParOf" srcId="{66919ACB-F4A9-4BD6-9F10-3617841265D9}" destId="{E6F0AE28-9371-461F-A883-B8A4242ECF62}" srcOrd="1" destOrd="0" presId="urn:microsoft.com/office/officeart/2008/layout/NameandTitleOrganizationalChart"/>
    <dgm:cxn modelId="{4D5E36F2-7C99-4C33-98AD-80B6BB5C0F24}" type="presOf" srcId="{24E385A5-1509-4EDB-9628-A18777C52ADB}" destId="{E6F0AE28-9371-461F-A883-B8A4242ECF62}" srcOrd="0" destOrd="0" presId="urn:microsoft.com/office/officeart/2008/layout/NameandTitleOrganizationalChart"/>
    <dgm:cxn modelId="{DBFB38E5-8D2C-4872-9E46-22E908FC3946}" type="presParOf" srcId="{66919ACB-F4A9-4BD6-9F10-3617841265D9}" destId="{0DE9192D-CC1A-4FDF-A14D-4C596628FF8D}" srcOrd="2" destOrd="0" presId="urn:microsoft.com/office/officeart/2008/layout/NameandTitleOrganizationalChart"/>
    <dgm:cxn modelId="{2E3C1FEE-CF52-410E-BD23-8E38683154DE}" type="presOf" srcId="{B23BDBAB-7CD7-4894-9889-9982FBB58222}" destId="{0DE9192D-CC1A-4FDF-A14D-4C596628FF8D}" srcOrd="0" destOrd="0" presId="urn:microsoft.com/office/officeart/2008/layout/NameandTitleOrganizationalChart"/>
    <dgm:cxn modelId="{803B7A89-2F8B-4C99-8CE9-F5028273B4DD}" type="presParOf" srcId="{6763154A-A931-4ABD-A0A8-FAE037781744}" destId="{BEE60A96-E770-4946-B49E-87826921E70B}" srcOrd="1" destOrd="1" presId="urn:microsoft.com/office/officeart/2008/layout/NameandTitleOrganizationalChart"/>
    <dgm:cxn modelId="{05964BF7-4FD4-4BBD-8FA0-B8D584582DBC}" type="presParOf" srcId="{6763154A-A931-4ABD-A0A8-FAE037781744}" destId="{0D4B7D88-8C41-482B-97F9-3231D4364E4F}" srcOrd="2" destOrd="1" presId="urn:microsoft.com/office/officeart/2008/layout/NameandTitleOrganizationalChart"/>
    <dgm:cxn modelId="{3EA257B8-4642-45D8-9B10-ACFCA0DA663A}" type="presParOf" srcId="{3F9AAE26-3EC0-42FD-87C9-89F57111CE0F}" destId="{DD5DED7F-8891-488E-92AE-07EF36D3E8E1}" srcOrd="2" destOrd="1" presId="urn:microsoft.com/office/officeart/2008/layout/NameandTitleOrganizationalChart"/>
    <dgm:cxn modelId="{51313127-E070-40CA-ABCA-D1EF574C8F1A}" type="presOf" srcId="{F5D260A9-D87F-4A8C-A803-E32A03FA54A8}" destId="{DD5DED7F-8891-488E-92AE-07EF36D3E8E1}" srcOrd="0" destOrd="0" presId="urn:microsoft.com/office/officeart/2008/layout/NameandTitleOrganizationalChart"/>
    <dgm:cxn modelId="{81745648-B75C-4B9E-9636-C943CE8830A6}" type="presParOf" srcId="{3F9AAE26-3EC0-42FD-87C9-89F57111CE0F}" destId="{2263782B-5276-4F5B-9B7E-5863E0882CFD}" srcOrd="3" destOrd="1" presId="urn:microsoft.com/office/officeart/2008/layout/NameandTitleOrganizationalChart"/>
    <dgm:cxn modelId="{CB93F7F9-2246-431B-B0BC-F3FA354E644B}" type="presParOf" srcId="{2263782B-5276-4F5B-9B7E-5863E0882CFD}" destId="{69BF0A15-7955-4651-BC91-8F6B6E0521A8}" srcOrd="0" destOrd="3" presId="urn:microsoft.com/office/officeart/2008/layout/NameandTitleOrganizationalChart"/>
    <dgm:cxn modelId="{713E99D1-60BC-4BEA-885A-C40B6879B150}" type="presOf" srcId="{35BA20EC-4436-4F03-99F0-D02FB533DF93}" destId="{69BF0A15-7955-4651-BC91-8F6B6E0521A8}" srcOrd="0" destOrd="0" presId="urn:microsoft.com/office/officeart/2008/layout/NameandTitleOrganizationalChart"/>
    <dgm:cxn modelId="{EA0BC573-BA69-4FB7-884F-A23B354E539B}" type="presParOf" srcId="{69BF0A15-7955-4651-BC91-8F6B6E0521A8}" destId="{62F13039-777B-430B-9535-AC519AF52769}" srcOrd="0" destOrd="0" presId="urn:microsoft.com/office/officeart/2008/layout/NameandTitleOrganizationalChart"/>
    <dgm:cxn modelId="{DE9DA4C7-56D4-4F7D-B8FC-69B28BCA1444}" type="presOf" srcId="{35BA20EC-4436-4F03-99F0-D02FB533DF93}" destId="{62F13039-777B-430B-9535-AC519AF52769}" srcOrd="0" destOrd="0" presId="urn:microsoft.com/office/officeart/2008/layout/NameandTitleOrganizationalChart"/>
    <dgm:cxn modelId="{8D4CCD15-05EF-45C7-9C2E-458026A83166}" type="presParOf" srcId="{69BF0A15-7955-4651-BC91-8F6B6E0521A8}" destId="{0A1FBB09-9851-427E-B78F-4234A909FBD1}" srcOrd="1" destOrd="0" presId="urn:microsoft.com/office/officeart/2008/layout/NameandTitleOrganizationalChart"/>
    <dgm:cxn modelId="{296886A0-2B1C-4C05-94E4-D25AE5674356}" type="presOf" srcId="{B0DE14E6-70B7-432F-B0C8-7C4FBCA43CF8}" destId="{0A1FBB09-9851-427E-B78F-4234A909FBD1}" srcOrd="0" destOrd="0" presId="urn:microsoft.com/office/officeart/2008/layout/NameandTitleOrganizationalChart"/>
    <dgm:cxn modelId="{F566FFBB-99C3-4D4F-82A8-B9E14828097C}" type="presParOf" srcId="{69BF0A15-7955-4651-BC91-8F6B6E0521A8}" destId="{0F9735B2-7810-446E-9C1C-8B8F5662B9C2}" srcOrd="2" destOrd="0" presId="urn:microsoft.com/office/officeart/2008/layout/NameandTitleOrganizationalChart"/>
    <dgm:cxn modelId="{F8BE0C2D-1DF4-476B-A906-00B2D8FD1B36}" type="presOf" srcId="{35BA20EC-4436-4F03-99F0-D02FB533DF93}" destId="{0F9735B2-7810-446E-9C1C-8B8F5662B9C2}" srcOrd="0" destOrd="0" presId="urn:microsoft.com/office/officeart/2008/layout/NameandTitleOrganizationalChart"/>
    <dgm:cxn modelId="{38DEA4E1-FFCE-4C38-BBEB-A269FA4FA207}" type="presParOf" srcId="{2263782B-5276-4F5B-9B7E-5863E0882CFD}" destId="{27D3FA01-0870-49E6-9044-9E6DFBE81345}" srcOrd="1" destOrd="3" presId="urn:microsoft.com/office/officeart/2008/layout/NameandTitleOrganizationalChart"/>
    <dgm:cxn modelId="{462DC65B-A72E-4454-BCB4-F76D5CAC436B}" type="presParOf" srcId="{2263782B-5276-4F5B-9B7E-5863E0882CFD}" destId="{492CD37F-356F-40DF-86E3-5FA103BA609E}" srcOrd="2" destOrd="3" presId="urn:microsoft.com/office/officeart/2008/layout/NameandTitleOrganizationalChart"/>
    <dgm:cxn modelId="{5D3B7A82-785D-4058-8E31-BD384BC5BC1A}" type="presParOf" srcId="{3F9AAE26-3EC0-42FD-87C9-89F57111CE0F}" destId="{1A946EA8-F83D-4427-92BE-0B956CB3DD9E}" srcOrd="4" destOrd="1" presId="urn:microsoft.com/office/officeart/2008/layout/NameandTitleOrganizationalChart"/>
    <dgm:cxn modelId="{3685C18A-69D9-4EE3-8339-B661BB1BEE52}" type="presOf" srcId="{8E4D68ED-D6C3-4541-8CCC-D13A3C57CDAE}" destId="{1A946EA8-F83D-4427-92BE-0B956CB3DD9E}" srcOrd="0" destOrd="0" presId="urn:microsoft.com/office/officeart/2008/layout/NameandTitleOrganizationalChart"/>
    <dgm:cxn modelId="{D8CE5FB6-B6C2-4A60-BA03-E30653FA5798}" type="presParOf" srcId="{3F9AAE26-3EC0-42FD-87C9-89F57111CE0F}" destId="{D19A8A2F-1F8D-42C1-9AD8-BC04ED1825AF}" srcOrd="5" destOrd="1" presId="urn:microsoft.com/office/officeart/2008/layout/NameandTitleOrganizationalChart"/>
    <dgm:cxn modelId="{4082AD7F-78D5-4D03-B67D-6C6DFF9C36AE}" type="presParOf" srcId="{D19A8A2F-1F8D-42C1-9AD8-BC04ED1825AF}" destId="{DE9838F7-A322-4043-AA32-3AC64EAF133F}" srcOrd="0" destOrd="5" presId="urn:microsoft.com/office/officeart/2008/layout/NameandTitleOrganizationalChart"/>
    <dgm:cxn modelId="{659E74B0-F404-4EE2-9FEE-1FE4B2B88A07}" type="presOf" srcId="{0AFCEB4D-5FD9-40AA-9C98-BEB53164F8B5}" destId="{DE9838F7-A322-4043-AA32-3AC64EAF133F}" srcOrd="0" destOrd="0" presId="urn:microsoft.com/office/officeart/2008/layout/NameandTitleOrganizationalChart"/>
    <dgm:cxn modelId="{6A80773E-B460-4FEA-8AFB-DDABAC83D135}" type="presParOf" srcId="{DE9838F7-A322-4043-AA32-3AC64EAF133F}" destId="{B7F3A97F-21F7-4A6A-B36E-9C442CAB2286}" srcOrd="0" destOrd="0" presId="urn:microsoft.com/office/officeart/2008/layout/NameandTitleOrganizationalChart"/>
    <dgm:cxn modelId="{8B39501B-85C3-4766-BC01-557D6DC0E785}" type="presOf" srcId="{0AFCEB4D-5FD9-40AA-9C98-BEB53164F8B5}" destId="{B7F3A97F-21F7-4A6A-B36E-9C442CAB2286}" srcOrd="0" destOrd="0" presId="urn:microsoft.com/office/officeart/2008/layout/NameandTitleOrganizationalChart"/>
    <dgm:cxn modelId="{180771A4-4693-4864-BDF1-FB89D6772951}" type="presParOf" srcId="{DE9838F7-A322-4043-AA32-3AC64EAF133F}" destId="{3F24E7E4-7245-46F2-B4E6-DB96355425B0}" srcOrd="1" destOrd="0" presId="urn:microsoft.com/office/officeart/2008/layout/NameandTitleOrganizationalChart"/>
    <dgm:cxn modelId="{32F6CF8A-0B37-4BB9-8923-685D9A850C71}" type="presOf" srcId="{A5DD02C9-8B93-43BE-BEAD-B781857F3C97}" destId="{3F24E7E4-7245-46F2-B4E6-DB96355425B0}" srcOrd="0" destOrd="0" presId="urn:microsoft.com/office/officeart/2008/layout/NameandTitleOrganizationalChart"/>
    <dgm:cxn modelId="{75175E73-E997-46B1-9F3E-8B1C36DC20D2}" type="presParOf" srcId="{DE9838F7-A322-4043-AA32-3AC64EAF133F}" destId="{73371953-1658-44A2-A35F-26AA74EBE13A}" srcOrd="2" destOrd="0" presId="urn:microsoft.com/office/officeart/2008/layout/NameandTitleOrganizationalChart"/>
    <dgm:cxn modelId="{BDC59BBC-6EE6-4517-A337-51A95551FFAD}" type="presOf" srcId="{0AFCEB4D-5FD9-40AA-9C98-BEB53164F8B5}" destId="{73371953-1658-44A2-A35F-26AA74EBE13A}" srcOrd="0" destOrd="0" presId="urn:microsoft.com/office/officeart/2008/layout/NameandTitleOrganizationalChart"/>
    <dgm:cxn modelId="{BB6A4702-8AA5-4477-A532-0B732B3B05BF}" type="presParOf" srcId="{D19A8A2F-1F8D-42C1-9AD8-BC04ED1825AF}" destId="{8CAB3E70-A603-41BF-87EE-82E476E61ABE}" srcOrd="1" destOrd="5" presId="urn:microsoft.com/office/officeart/2008/layout/NameandTitleOrganizationalChart"/>
    <dgm:cxn modelId="{98EDD704-870A-4C96-96FC-4E24FA8199FB}" type="presParOf" srcId="{D19A8A2F-1F8D-42C1-9AD8-BC04ED1825AF}" destId="{09D68F49-147A-4DB3-A591-A080B7BC1AF2}" srcOrd="2" destOrd="5" presId="urn:microsoft.com/office/officeart/2008/layout/NameandTitleOrganizationalChart"/>
    <dgm:cxn modelId="{48264757-2627-4B12-8A5C-9FA1BD194C60}" type="presParOf" srcId="{81178AF7-38BF-46F0-872E-DD2EC9579ACD}" destId="{9EC9AE1D-6D2B-4C5A-B8F4-9B1B28201C71}" srcOrd="2" destOrd="0" presId="urn:microsoft.com/office/officeart/2008/layout/NameandTitleOrganizationalChart"/>
    <dgm:cxn modelId="{4EDD1571-884A-4974-A3C0-A789E3EDE33D}" type="presParOf" srcId="{9EC9AE1D-6D2B-4C5A-B8F4-9B1B28201C71}" destId="{EF63BCAB-0A8D-415A-8503-FDCCA09E3AC1}" srcOrd="0" destOrd="2" presId="urn:microsoft.com/office/officeart/2008/layout/NameandTitleOrganizationalChart"/>
    <dgm:cxn modelId="{2BAEF6CA-0179-4D93-8950-BD1CCFE2B732}" type="presOf" srcId="{8D1294C6-F181-4142-BD98-32A0ECCFFE81}" destId="{EF63BCAB-0A8D-415A-8503-FDCCA09E3AC1}" srcOrd="0" destOrd="0" presId="urn:microsoft.com/office/officeart/2008/layout/NameandTitleOrganizationalChart"/>
    <dgm:cxn modelId="{A6736AA3-EDD5-468B-A6BB-39605533983C}" type="presParOf" srcId="{9EC9AE1D-6D2B-4C5A-B8F4-9B1B28201C71}" destId="{E599C5DF-E9CE-4F13-9373-2BA337829EBD}" srcOrd="1" destOrd="2" presId="urn:microsoft.com/office/officeart/2008/layout/NameandTitleOrganizationalChart"/>
    <dgm:cxn modelId="{7749955D-69A8-4E03-9553-270D2827FD8D}" type="presParOf" srcId="{E599C5DF-E9CE-4F13-9373-2BA337829EBD}" destId="{BC7863DA-7DB1-4FE6-970A-E5192BCED93A}" srcOrd="0" destOrd="1" presId="urn:microsoft.com/office/officeart/2008/layout/NameandTitleOrganizationalChart"/>
    <dgm:cxn modelId="{F95B8B04-E518-4435-96F5-5F71FE0664FE}" type="presOf" srcId="{7D3B3AE4-9E7C-4833-B466-CF7479A9F4E4}" destId="{BC7863DA-7DB1-4FE6-970A-E5192BCED93A}" srcOrd="0" destOrd="0" presId="urn:microsoft.com/office/officeart/2008/layout/NameandTitleOrganizationalChart"/>
    <dgm:cxn modelId="{581D5CAA-B2C7-4EF2-85B5-C78391017F7A}" type="presParOf" srcId="{BC7863DA-7DB1-4FE6-970A-E5192BCED93A}" destId="{350D9D2F-78CB-4CE5-9249-1D64BDB6607E}" srcOrd="0" destOrd="0" presId="urn:microsoft.com/office/officeart/2008/layout/NameandTitleOrganizationalChart"/>
    <dgm:cxn modelId="{1C54BB58-70B7-42A1-A604-5B7B9A99F4DD}" type="presOf" srcId="{7D3B3AE4-9E7C-4833-B466-CF7479A9F4E4}" destId="{350D9D2F-78CB-4CE5-9249-1D64BDB6607E}" srcOrd="0" destOrd="0" presId="urn:microsoft.com/office/officeart/2008/layout/NameandTitleOrganizationalChart"/>
    <dgm:cxn modelId="{339683C3-3D66-47B9-B563-948B3A1D3909}" type="presParOf" srcId="{BC7863DA-7DB1-4FE6-970A-E5192BCED93A}" destId="{9C2EB2A2-F56E-4272-9D43-DC832B00F2D3}" srcOrd="1" destOrd="0" presId="urn:microsoft.com/office/officeart/2008/layout/NameandTitleOrganizationalChart"/>
    <dgm:cxn modelId="{ECAAEA4D-B25B-4EBB-9F01-B6A9E8313D3A}" type="presOf" srcId="{3850E568-9F5E-4208-9EA4-7852BE5B61EB}" destId="{9C2EB2A2-F56E-4272-9D43-DC832B00F2D3}" srcOrd="0" destOrd="0" presId="urn:microsoft.com/office/officeart/2008/layout/NameandTitleOrganizationalChart"/>
    <dgm:cxn modelId="{3D1F5E8E-E9C9-4843-86D2-8959550F700B}" type="presParOf" srcId="{BC7863DA-7DB1-4FE6-970A-E5192BCED93A}" destId="{F4F3E2FB-D015-4B83-9127-89E591B8D58D}" srcOrd="2" destOrd="0" presId="urn:microsoft.com/office/officeart/2008/layout/NameandTitleOrganizationalChart"/>
    <dgm:cxn modelId="{7D817F18-5BE2-482B-A346-5C2257AF68BA}" type="presOf" srcId="{7D3B3AE4-9E7C-4833-B466-CF7479A9F4E4}" destId="{F4F3E2FB-D015-4B83-9127-89E591B8D58D}" srcOrd="0" destOrd="0" presId="urn:microsoft.com/office/officeart/2008/layout/NameandTitleOrganizationalChart"/>
    <dgm:cxn modelId="{9A8CD0DD-D99C-4655-8B48-D8135F00BEF4}" type="presParOf" srcId="{E599C5DF-E9CE-4F13-9373-2BA337829EBD}" destId="{127F8015-9BAB-4E07-99F8-457D4F6F22DD}" srcOrd="1" destOrd="1" presId="urn:microsoft.com/office/officeart/2008/layout/NameandTitleOrganizationalChart"/>
    <dgm:cxn modelId="{61171108-C4D8-4762-8C1F-5B518D79061A}" type="presParOf" srcId="{E599C5DF-E9CE-4F13-9373-2BA337829EBD}" destId="{E4FEB4AE-8EF7-491A-AF74-404FC309446F}" srcOrd="2" destOrd="1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718839F4-5F33-40A2-A382-014B6988DEE6}">
      <dsp:nvSpPr>
        <dsp:cNvPr id="6" name="Freeform 5"/>
        <dsp:cNvSpPr/>
      </dsp:nvSpPr>
      <dsp:spPr bwMode="white">
        <a:xfrm>
          <a:off x="2412536" y="1019845"/>
          <a:ext cx="2742249" cy="2198332"/>
        </a:xfrm>
        <a:custGeom>
          <a:avLst/>
          <a:gdLst/>
          <a:ahLst/>
          <a:cxnLst/>
          <a:pathLst>
            <a:path w="4319" h="3462">
              <a:moveTo>
                <a:pt x="4319" y="0"/>
              </a:moveTo>
              <a:lnTo>
                <a:pt x="4319" y="3087"/>
              </a:lnTo>
              <a:lnTo>
                <a:pt x="0" y="3087"/>
              </a:lnTo>
              <a:lnTo>
                <a:pt x="0" y="346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412536" y="1019845"/>
        <a:ext cx="2742249" cy="2198332"/>
      </dsp:txXfrm>
    </dsp:sp>
    <dsp:sp modelId="{DD5DED7F-8891-488E-92AE-07EF36D3E8E1}">
      <dsp:nvSpPr>
        <dsp:cNvPr id="10" name="Freeform 9"/>
        <dsp:cNvSpPr/>
      </dsp:nvSpPr>
      <dsp:spPr bwMode="white">
        <a:xfrm>
          <a:off x="5154785" y="1019845"/>
          <a:ext cx="0" cy="2198332"/>
        </a:xfrm>
        <a:custGeom>
          <a:avLst/>
          <a:gdLst/>
          <a:ahLst/>
          <a:cxnLst/>
          <a:pathLst>
            <a:path h="3462">
              <a:moveTo>
                <a:pt x="0" y="0"/>
              </a:moveTo>
              <a:lnTo>
                <a:pt x="0" y="346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154785" y="1019845"/>
        <a:ext cx="0" cy="2198332"/>
      </dsp:txXfrm>
    </dsp:sp>
    <dsp:sp modelId="{1A946EA8-F83D-4427-92BE-0B956CB3DD9E}">
      <dsp:nvSpPr>
        <dsp:cNvPr id="14" name="Freeform 13"/>
        <dsp:cNvSpPr/>
      </dsp:nvSpPr>
      <dsp:spPr bwMode="white">
        <a:xfrm>
          <a:off x="5154785" y="1019845"/>
          <a:ext cx="2742249" cy="2198332"/>
        </a:xfrm>
        <a:custGeom>
          <a:avLst/>
          <a:gdLst/>
          <a:ahLst/>
          <a:cxnLst/>
          <a:pathLst>
            <a:path w="4319" h="3462">
              <a:moveTo>
                <a:pt x="0" y="0"/>
              </a:moveTo>
              <a:lnTo>
                <a:pt x="0" y="3087"/>
              </a:lnTo>
              <a:lnTo>
                <a:pt x="4319" y="3087"/>
              </a:lnTo>
              <a:lnTo>
                <a:pt x="4319" y="346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154785" y="1019845"/>
        <a:ext cx="2742249" cy="2198332"/>
      </dsp:txXfrm>
    </dsp:sp>
    <dsp:sp modelId="{EF63BCAB-0A8D-415A-8503-FDCCA09E3AC1}">
      <dsp:nvSpPr>
        <dsp:cNvPr id="18" name="Freeform 17"/>
        <dsp:cNvSpPr/>
      </dsp:nvSpPr>
      <dsp:spPr bwMode="white">
        <a:xfrm>
          <a:off x="4813807" y="1019845"/>
          <a:ext cx="340978" cy="1099166"/>
        </a:xfrm>
        <a:custGeom>
          <a:avLst/>
          <a:gdLst/>
          <a:ahLst/>
          <a:cxnLst/>
          <a:pathLst>
            <a:path w="537" h="1731">
              <a:moveTo>
                <a:pt x="537" y="0"/>
              </a:moveTo>
              <a:lnTo>
                <a:pt x="537" y="1731"/>
              </a:lnTo>
              <a:lnTo>
                <a:pt x="0" y="1731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813807" y="1019845"/>
        <a:ext cx="340978" cy="1099166"/>
      </dsp:txXfrm>
    </dsp:sp>
    <dsp:sp modelId="{8C1C4E3F-F5AF-4B85-84B6-1C435203C46E}">
      <dsp:nvSpPr>
        <dsp:cNvPr id="3" name="Rectangles 2"/>
        <dsp:cNvSpPr/>
      </dsp:nvSpPr>
      <dsp:spPr bwMode="white">
        <a:xfrm>
          <a:off x="4124639" y="0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increase followers’ number</a:t>
          </a:r>
          <a:endParaRPr lang="en-US"/>
        </a:p>
      </dsp:txBody>
      <dsp:txXfrm>
        <a:off x="4124639" y="0"/>
        <a:ext cx="2060293" cy="1019845"/>
      </dsp:txXfrm>
    </dsp:sp>
    <dsp:sp modelId="{762CCF6A-7E9D-4EDB-9E54-D9FAE571A19D}">
      <dsp:nvSpPr>
        <dsp:cNvPr id="4" name="Rectangles 3"/>
        <dsp:cNvSpPr/>
      </dsp:nvSpPr>
      <dsp:spPr bwMode="white">
        <a:xfrm>
          <a:off x="4536698" y="793213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4536698" y="793213"/>
        <a:ext cx="1854263" cy="339948"/>
      </dsp:txXfrm>
    </dsp:sp>
    <dsp:sp modelId="{1FF320CD-7DB9-46B7-A6B1-F3041721A93F}">
      <dsp:nvSpPr>
        <dsp:cNvPr id="7" name="Rectangles 6"/>
        <dsp:cNvSpPr/>
      </dsp:nvSpPr>
      <dsp:spPr bwMode="white">
        <a:xfrm>
          <a:off x="1382390" y="3218177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post </a:t>
          </a:r>
          <a:r>
            <a:rPr lang="ar-EG"/>
            <a:t>توعوي عن الصحة النفسية </a:t>
          </a:r>
          <a:endParaRPr lang="ar-EG"/>
        </a:p>
      </dsp:txBody>
      <dsp:txXfrm>
        <a:off x="1382390" y="3218177"/>
        <a:ext cx="2060293" cy="1019845"/>
      </dsp:txXfrm>
    </dsp:sp>
    <dsp:sp modelId="{E6F0AE28-9371-461F-A883-B8A4242ECF62}">
      <dsp:nvSpPr>
        <dsp:cNvPr id="8" name="Rectangles 7"/>
        <dsp:cNvSpPr/>
      </dsp:nvSpPr>
      <dsp:spPr bwMode="white">
        <a:xfrm>
          <a:off x="1794448" y="4011390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1794448" y="4011390"/>
        <a:ext cx="1854263" cy="339948"/>
      </dsp:txXfrm>
    </dsp:sp>
    <dsp:sp modelId="{62F13039-777B-430B-9535-AC519AF52769}">
      <dsp:nvSpPr>
        <dsp:cNvPr id="11" name="Rectangles 10"/>
        <dsp:cNvSpPr/>
      </dsp:nvSpPr>
      <dsp:spPr bwMode="white">
        <a:xfrm>
          <a:off x="4124639" y="3218177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ar-EG"/>
            <a:t>بوست عن هل جربت فى التوعية و السلوكيات النفسية </a:t>
          </a:r>
          <a:endParaRPr lang="ar-EG"/>
        </a:p>
      </dsp:txBody>
      <dsp:txXfrm>
        <a:off x="4124639" y="3218177"/>
        <a:ext cx="2060293" cy="1019845"/>
      </dsp:txXfrm>
    </dsp:sp>
    <dsp:sp modelId="{0A1FBB09-9851-427E-B78F-4234A909FBD1}">
      <dsp:nvSpPr>
        <dsp:cNvPr id="12" name="Rectangles 11"/>
        <dsp:cNvSpPr/>
      </dsp:nvSpPr>
      <dsp:spPr bwMode="white">
        <a:xfrm>
          <a:off x="4536698" y="4011390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4536698" y="4011390"/>
        <a:ext cx="1854263" cy="339948"/>
      </dsp:txXfrm>
    </dsp:sp>
    <dsp:sp modelId="{B7F3A97F-21F7-4A6A-B36E-9C442CAB2286}">
      <dsp:nvSpPr>
        <dsp:cNvPr id="15" name="Rectangles 14"/>
        <dsp:cNvSpPr/>
      </dsp:nvSpPr>
      <dsp:spPr bwMode="white">
        <a:xfrm>
          <a:off x="6866889" y="3218177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43911" anchor="ctr">
          <a:normAutofit/>
        </a:bodyPr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altLang="en-US"/>
            <a:t>فيديو يوضح الفرق بين القل الطبيعى و القلق المرضى </a:t>
          </a:r>
          <a:endParaRPr lang="ar-EG" altLang="en-US"/>
        </a:p>
      </dsp:txBody>
      <dsp:txXfrm>
        <a:off x="6866889" y="3218177"/>
        <a:ext cx="2060293" cy="1019845"/>
      </dsp:txXfrm>
    </dsp:sp>
    <dsp:sp modelId="{3F24E7E4-7245-46F2-B4E6-DB96355425B0}">
      <dsp:nvSpPr>
        <dsp:cNvPr id="16" name="Rectangles 15"/>
        <dsp:cNvSpPr/>
      </dsp:nvSpPr>
      <dsp:spPr bwMode="white">
        <a:xfrm>
          <a:off x="7278947" y="4011390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7278947" y="4011390"/>
        <a:ext cx="1854263" cy="339948"/>
      </dsp:txXfrm>
    </dsp:sp>
    <dsp:sp modelId="{350D9D2F-78CB-4CE5-9249-1D64BDB6607E}">
      <dsp:nvSpPr>
        <dsp:cNvPr id="19" name="Rectangles 18"/>
        <dsp:cNvSpPr/>
      </dsp:nvSpPr>
      <dsp:spPr bwMode="white">
        <a:xfrm>
          <a:off x="2753514" y="1609089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week2</a:t>
          </a:r>
          <a:endParaRPr lang="en-US"/>
        </a:p>
      </dsp:txBody>
      <dsp:txXfrm>
        <a:off x="2753514" y="1609089"/>
        <a:ext cx="2060293" cy="1019845"/>
      </dsp:txXfrm>
    </dsp:sp>
    <dsp:sp modelId="{9C2EB2A2-F56E-4272-9D43-DC832B00F2D3}">
      <dsp:nvSpPr>
        <dsp:cNvPr id="20" name="Rectangles 19"/>
        <dsp:cNvSpPr/>
      </dsp:nvSpPr>
      <dsp:spPr bwMode="white">
        <a:xfrm>
          <a:off x="3165573" y="2402301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50800" tIns="12700" rIns="50800" bIns="12700" anchor="ctr"/>
        <a:lstStyle>
          <a:lvl1pPr algn="r">
            <a:defRPr sz="2000"/>
          </a:lvl1pPr>
          <a:lvl2pPr marL="114300" indent="-114300" algn="r">
            <a:defRPr sz="1500"/>
          </a:lvl2pPr>
          <a:lvl3pPr marL="228600" indent="-114300" algn="r">
            <a:defRPr sz="1500"/>
          </a:lvl3pPr>
          <a:lvl4pPr marL="342900" indent="-114300" algn="r">
            <a:defRPr sz="1500"/>
          </a:lvl4pPr>
          <a:lvl5pPr marL="457200" indent="-114300" algn="r">
            <a:defRPr sz="1500"/>
          </a:lvl5pPr>
          <a:lvl6pPr marL="571500" indent="-114300" algn="r">
            <a:defRPr sz="1500"/>
          </a:lvl6pPr>
          <a:lvl7pPr marL="685800" indent="-114300" algn="r">
            <a:defRPr sz="1500"/>
          </a:lvl7pPr>
          <a:lvl8pPr marL="800100" indent="-114300" algn="r">
            <a:defRPr sz="1500"/>
          </a:lvl8pPr>
          <a:lvl9pPr marL="914400" indent="-114300" algn="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ar-EG">
              <a:solidFill>
                <a:schemeClr val="dk1"/>
              </a:solidFill>
            </a:rPr>
            <a:t>الصحة النفسية </a:t>
          </a:r>
          <a:endParaRPr lang="ar-EG">
            <a:solidFill>
              <a:schemeClr val="dk1"/>
            </a:solidFill>
          </a:endParaRPr>
        </a:p>
      </dsp:txBody>
      <dsp:txXfrm>
        <a:off x="3165573" y="2402301"/>
        <a:ext cx="1854263" cy="339948"/>
      </dsp:txXfrm>
    </dsp:sp>
    <dsp:sp modelId="{8835CE7C-4999-45BF-A08E-804F51E6EA70}">
      <dsp:nvSpPr>
        <dsp:cNvPr id="5" name="Rectangles 4" hidden="1"/>
        <dsp:cNvSpPr/>
      </dsp:nvSpPr>
      <dsp:spPr>
        <a:xfrm>
          <a:off x="4124639" y="0"/>
          <a:ext cx="412059" cy="1019845"/>
        </a:xfrm>
        <a:prstGeom prst="rect">
          <a:avLst/>
        </a:prstGeom>
      </dsp:spPr>
      <dsp:txXfrm>
        <a:off x="4124639" y="0"/>
        <a:ext cx="412059" cy="1019845"/>
      </dsp:txXfrm>
    </dsp:sp>
    <dsp:sp modelId="{0DE9192D-CC1A-4FDF-A14D-4C596628FF8D}">
      <dsp:nvSpPr>
        <dsp:cNvPr id="9" name="Rectangles 8" hidden="1"/>
        <dsp:cNvSpPr/>
      </dsp:nvSpPr>
      <dsp:spPr>
        <a:xfrm>
          <a:off x="1382390" y="3218177"/>
          <a:ext cx="412059" cy="1019845"/>
        </a:xfrm>
        <a:prstGeom prst="rect">
          <a:avLst/>
        </a:prstGeom>
      </dsp:spPr>
      <dsp:txXfrm>
        <a:off x="1382390" y="3218177"/>
        <a:ext cx="412059" cy="1019845"/>
      </dsp:txXfrm>
    </dsp:sp>
    <dsp:sp modelId="{0F9735B2-7810-446E-9C1C-8B8F5662B9C2}">
      <dsp:nvSpPr>
        <dsp:cNvPr id="13" name="Rectangles 12" hidden="1"/>
        <dsp:cNvSpPr/>
      </dsp:nvSpPr>
      <dsp:spPr>
        <a:xfrm>
          <a:off x="4124639" y="3218177"/>
          <a:ext cx="412059" cy="1019845"/>
        </a:xfrm>
        <a:prstGeom prst="rect">
          <a:avLst/>
        </a:prstGeom>
      </dsp:spPr>
      <dsp:txXfrm>
        <a:off x="4124639" y="3218177"/>
        <a:ext cx="412059" cy="1019845"/>
      </dsp:txXfrm>
    </dsp:sp>
    <dsp:sp modelId="{73371953-1658-44A2-A35F-26AA74EBE13A}">
      <dsp:nvSpPr>
        <dsp:cNvPr id="17" name="Rectangles 16" hidden="1"/>
        <dsp:cNvSpPr/>
      </dsp:nvSpPr>
      <dsp:spPr>
        <a:xfrm>
          <a:off x="6866889" y="3218177"/>
          <a:ext cx="412059" cy="1019845"/>
        </a:xfrm>
        <a:prstGeom prst="rect">
          <a:avLst/>
        </a:prstGeom>
      </dsp:spPr>
      <dsp:txXfrm>
        <a:off x="6866889" y="3218177"/>
        <a:ext cx="412059" cy="1019845"/>
      </dsp:txXfrm>
    </dsp:sp>
    <dsp:sp modelId="{F4F3E2FB-D015-4B83-9127-89E591B8D58D}">
      <dsp:nvSpPr>
        <dsp:cNvPr id="21" name="Rectangles 20" hidden="1"/>
        <dsp:cNvSpPr/>
      </dsp:nvSpPr>
      <dsp:spPr>
        <a:xfrm>
          <a:off x="2753514" y="1609089"/>
          <a:ext cx="412059" cy="1019845"/>
        </a:xfrm>
        <a:prstGeom prst="rect">
          <a:avLst/>
        </a:prstGeom>
      </dsp:spPr>
      <dsp:txXfrm>
        <a:off x="2753514" y="1609089"/>
        <a:ext cx="412059" cy="10198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718839F4-5F33-40A2-A382-014B6988DEE6}">
      <dsp:nvSpPr>
        <dsp:cNvPr id="6" name="Freeform 5"/>
        <dsp:cNvSpPr/>
      </dsp:nvSpPr>
      <dsp:spPr bwMode="white">
        <a:xfrm>
          <a:off x="2412536" y="1019845"/>
          <a:ext cx="2742249" cy="2198332"/>
        </a:xfrm>
        <a:custGeom>
          <a:avLst/>
          <a:gdLst/>
          <a:ahLst/>
          <a:cxnLst/>
          <a:pathLst>
            <a:path w="4319" h="3462">
              <a:moveTo>
                <a:pt x="4319" y="0"/>
              </a:moveTo>
              <a:lnTo>
                <a:pt x="4319" y="3087"/>
              </a:lnTo>
              <a:lnTo>
                <a:pt x="0" y="3087"/>
              </a:lnTo>
              <a:lnTo>
                <a:pt x="0" y="346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412536" y="1019845"/>
        <a:ext cx="2742249" cy="2198332"/>
      </dsp:txXfrm>
    </dsp:sp>
    <dsp:sp modelId="{DD5DED7F-8891-488E-92AE-07EF36D3E8E1}">
      <dsp:nvSpPr>
        <dsp:cNvPr id="10" name="Freeform 9"/>
        <dsp:cNvSpPr/>
      </dsp:nvSpPr>
      <dsp:spPr bwMode="white">
        <a:xfrm>
          <a:off x="5154785" y="1019845"/>
          <a:ext cx="0" cy="2198332"/>
        </a:xfrm>
        <a:custGeom>
          <a:avLst/>
          <a:gdLst/>
          <a:ahLst/>
          <a:cxnLst/>
          <a:pathLst>
            <a:path h="3462">
              <a:moveTo>
                <a:pt x="0" y="0"/>
              </a:moveTo>
              <a:lnTo>
                <a:pt x="0" y="346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154785" y="1019845"/>
        <a:ext cx="0" cy="2198332"/>
      </dsp:txXfrm>
    </dsp:sp>
    <dsp:sp modelId="{1A946EA8-F83D-4427-92BE-0B956CB3DD9E}">
      <dsp:nvSpPr>
        <dsp:cNvPr id="14" name="Freeform 13"/>
        <dsp:cNvSpPr/>
      </dsp:nvSpPr>
      <dsp:spPr bwMode="white">
        <a:xfrm>
          <a:off x="5154785" y="1019845"/>
          <a:ext cx="2742249" cy="2198332"/>
        </a:xfrm>
        <a:custGeom>
          <a:avLst/>
          <a:gdLst/>
          <a:ahLst/>
          <a:cxnLst/>
          <a:pathLst>
            <a:path w="4319" h="3462">
              <a:moveTo>
                <a:pt x="0" y="0"/>
              </a:moveTo>
              <a:lnTo>
                <a:pt x="0" y="3087"/>
              </a:lnTo>
              <a:lnTo>
                <a:pt x="4319" y="3087"/>
              </a:lnTo>
              <a:lnTo>
                <a:pt x="4319" y="346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154785" y="1019845"/>
        <a:ext cx="2742249" cy="2198332"/>
      </dsp:txXfrm>
    </dsp:sp>
    <dsp:sp modelId="{EF63BCAB-0A8D-415A-8503-FDCCA09E3AC1}">
      <dsp:nvSpPr>
        <dsp:cNvPr id="18" name="Freeform 17"/>
        <dsp:cNvSpPr/>
      </dsp:nvSpPr>
      <dsp:spPr bwMode="white">
        <a:xfrm>
          <a:off x="4813807" y="1019845"/>
          <a:ext cx="340978" cy="1099166"/>
        </a:xfrm>
        <a:custGeom>
          <a:avLst/>
          <a:gdLst/>
          <a:ahLst/>
          <a:cxnLst/>
          <a:pathLst>
            <a:path w="537" h="1731">
              <a:moveTo>
                <a:pt x="537" y="0"/>
              </a:moveTo>
              <a:lnTo>
                <a:pt x="537" y="1731"/>
              </a:lnTo>
              <a:lnTo>
                <a:pt x="0" y="1731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813807" y="1019845"/>
        <a:ext cx="340978" cy="1099166"/>
      </dsp:txXfrm>
    </dsp:sp>
    <dsp:sp modelId="{8C1C4E3F-F5AF-4B85-84B6-1C435203C46E}">
      <dsp:nvSpPr>
        <dsp:cNvPr id="3" name="Rectangles 2"/>
        <dsp:cNvSpPr/>
      </dsp:nvSpPr>
      <dsp:spPr bwMode="white">
        <a:xfrm>
          <a:off x="4124639" y="0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engagment</a:t>
          </a:r>
          <a:endParaRPr lang="en-US"/>
        </a:p>
      </dsp:txBody>
      <dsp:txXfrm>
        <a:off x="4124639" y="0"/>
        <a:ext cx="2060293" cy="1019845"/>
      </dsp:txXfrm>
    </dsp:sp>
    <dsp:sp modelId="{762CCF6A-7E9D-4EDB-9E54-D9FAE571A19D}">
      <dsp:nvSpPr>
        <dsp:cNvPr id="4" name="Rectangles 3"/>
        <dsp:cNvSpPr/>
      </dsp:nvSpPr>
      <dsp:spPr bwMode="white">
        <a:xfrm>
          <a:off x="4536698" y="793213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4536698" y="793213"/>
        <a:ext cx="1854263" cy="339948"/>
      </dsp:txXfrm>
    </dsp:sp>
    <dsp:sp modelId="{1FF320CD-7DB9-46B7-A6B1-F3041721A93F}">
      <dsp:nvSpPr>
        <dsp:cNvPr id="7" name="Rectangles 6"/>
        <dsp:cNvSpPr/>
      </dsp:nvSpPr>
      <dsp:spPr bwMode="white">
        <a:xfrm>
          <a:off x="1382390" y="3218177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infographic </a:t>
          </a:r>
          <a:r>
            <a:rPr lang="ar-EG" altLang="en-US"/>
            <a:t>عم الاعراض المبكرة لمرض السكر </a:t>
          </a:r>
          <a:endParaRPr lang="ar-EG" altLang="en-US"/>
        </a:p>
      </dsp:txBody>
      <dsp:txXfrm>
        <a:off x="1382390" y="3218177"/>
        <a:ext cx="2060293" cy="1019845"/>
      </dsp:txXfrm>
    </dsp:sp>
    <dsp:sp modelId="{E6F0AE28-9371-461F-A883-B8A4242ECF62}">
      <dsp:nvSpPr>
        <dsp:cNvPr id="8" name="Rectangles 7"/>
        <dsp:cNvSpPr/>
      </dsp:nvSpPr>
      <dsp:spPr bwMode="white">
        <a:xfrm>
          <a:off x="1794448" y="4011390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1794448" y="4011390"/>
        <a:ext cx="1854263" cy="339948"/>
      </dsp:txXfrm>
    </dsp:sp>
    <dsp:sp modelId="{62F13039-777B-430B-9535-AC519AF52769}">
      <dsp:nvSpPr>
        <dsp:cNvPr id="11" name="Rectangles 10"/>
        <dsp:cNvSpPr/>
      </dsp:nvSpPr>
      <dsp:spPr bwMode="white">
        <a:xfrm>
          <a:off x="4124639" y="3218177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ar-EG"/>
            <a:t>trending reel </a:t>
          </a:r>
          <a:r>
            <a:rPr lang="ar-EG" altLang="ar-EG"/>
            <a:t> عن معلومة صحية فر 30 ثانية </a:t>
          </a:r>
          <a:endParaRPr lang="ar-EG" altLang="ar-EG"/>
        </a:p>
      </dsp:txBody>
      <dsp:txXfrm>
        <a:off x="4124639" y="3218177"/>
        <a:ext cx="2060293" cy="1019845"/>
      </dsp:txXfrm>
    </dsp:sp>
    <dsp:sp modelId="{0A1FBB09-9851-427E-B78F-4234A909FBD1}">
      <dsp:nvSpPr>
        <dsp:cNvPr id="12" name="Rectangles 11"/>
        <dsp:cNvSpPr/>
      </dsp:nvSpPr>
      <dsp:spPr bwMode="white">
        <a:xfrm>
          <a:off x="4536698" y="4011390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4536698" y="4011390"/>
        <a:ext cx="1854263" cy="339948"/>
      </dsp:txXfrm>
    </dsp:sp>
    <dsp:sp modelId="{B7F3A97F-21F7-4A6A-B36E-9C442CAB2286}">
      <dsp:nvSpPr>
        <dsp:cNvPr id="15" name="Rectangles 14"/>
        <dsp:cNvSpPr/>
      </dsp:nvSpPr>
      <dsp:spPr bwMode="white">
        <a:xfrm>
          <a:off x="6866889" y="3218177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ar-EG" altLang="en-US"/>
            <a:t>بوست عن الاطعمة التى  تنظم مرض السكر </a:t>
          </a:r>
          <a:endParaRPr lang="en-US" altLang="ar-EG"/>
        </a:p>
      </dsp:txBody>
      <dsp:txXfrm>
        <a:off x="6866889" y="3218177"/>
        <a:ext cx="2060293" cy="1019845"/>
      </dsp:txXfrm>
    </dsp:sp>
    <dsp:sp modelId="{3F24E7E4-7245-46F2-B4E6-DB96355425B0}">
      <dsp:nvSpPr>
        <dsp:cNvPr id="16" name="Rectangles 15"/>
        <dsp:cNvSpPr/>
      </dsp:nvSpPr>
      <dsp:spPr bwMode="white">
        <a:xfrm>
          <a:off x="7278947" y="4011390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7278947" y="4011390"/>
        <a:ext cx="1854263" cy="339948"/>
      </dsp:txXfrm>
    </dsp:sp>
    <dsp:sp modelId="{350D9D2F-78CB-4CE5-9249-1D64BDB6607E}">
      <dsp:nvSpPr>
        <dsp:cNvPr id="19" name="Rectangles 18"/>
        <dsp:cNvSpPr/>
      </dsp:nvSpPr>
      <dsp:spPr bwMode="white">
        <a:xfrm>
          <a:off x="2753514" y="1609089"/>
          <a:ext cx="2060293" cy="1019845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43911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week 1</a:t>
          </a:r>
          <a:endParaRPr lang="en-US"/>
        </a:p>
      </dsp:txBody>
      <dsp:txXfrm>
        <a:off x="2753514" y="1609089"/>
        <a:ext cx="2060293" cy="1019845"/>
      </dsp:txXfrm>
    </dsp:sp>
    <dsp:sp modelId="{9C2EB2A2-F56E-4272-9D43-DC832B00F2D3}">
      <dsp:nvSpPr>
        <dsp:cNvPr id="20" name="Rectangles 19"/>
        <dsp:cNvSpPr/>
      </dsp:nvSpPr>
      <dsp:spPr bwMode="white">
        <a:xfrm>
          <a:off x="3165573" y="2402301"/>
          <a:ext cx="1854263" cy="339948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0800" tIns="12700" rIns="50800" bIns="12700" anchor="ctr"/>
        <a:lstStyle>
          <a:lvl1pPr algn="r">
            <a:defRPr sz="20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3165573" y="2402301"/>
        <a:ext cx="1854263" cy="339948"/>
      </dsp:txXfrm>
    </dsp:sp>
    <dsp:sp modelId="{8835CE7C-4999-45BF-A08E-804F51E6EA70}">
      <dsp:nvSpPr>
        <dsp:cNvPr id="5" name="Rectangles 4" hidden="1"/>
        <dsp:cNvSpPr/>
      </dsp:nvSpPr>
      <dsp:spPr>
        <a:xfrm>
          <a:off x="4124639" y="0"/>
          <a:ext cx="412059" cy="1019845"/>
        </a:xfrm>
        <a:prstGeom prst="rect">
          <a:avLst/>
        </a:prstGeom>
      </dsp:spPr>
      <dsp:txXfrm>
        <a:off x="4124639" y="0"/>
        <a:ext cx="412059" cy="1019845"/>
      </dsp:txXfrm>
    </dsp:sp>
    <dsp:sp modelId="{0DE9192D-CC1A-4FDF-A14D-4C596628FF8D}">
      <dsp:nvSpPr>
        <dsp:cNvPr id="9" name="Rectangles 8" hidden="1"/>
        <dsp:cNvSpPr/>
      </dsp:nvSpPr>
      <dsp:spPr>
        <a:xfrm>
          <a:off x="1382390" y="3218177"/>
          <a:ext cx="412059" cy="1019845"/>
        </a:xfrm>
        <a:prstGeom prst="rect">
          <a:avLst/>
        </a:prstGeom>
      </dsp:spPr>
      <dsp:txXfrm>
        <a:off x="1382390" y="3218177"/>
        <a:ext cx="412059" cy="1019845"/>
      </dsp:txXfrm>
    </dsp:sp>
    <dsp:sp modelId="{0F9735B2-7810-446E-9C1C-8B8F5662B9C2}">
      <dsp:nvSpPr>
        <dsp:cNvPr id="13" name="Rectangles 12" hidden="1"/>
        <dsp:cNvSpPr/>
      </dsp:nvSpPr>
      <dsp:spPr>
        <a:xfrm>
          <a:off x="4124639" y="3218177"/>
          <a:ext cx="412059" cy="1019845"/>
        </a:xfrm>
        <a:prstGeom prst="rect">
          <a:avLst/>
        </a:prstGeom>
      </dsp:spPr>
      <dsp:txXfrm>
        <a:off x="4124639" y="3218177"/>
        <a:ext cx="412059" cy="1019845"/>
      </dsp:txXfrm>
    </dsp:sp>
    <dsp:sp modelId="{73371953-1658-44A2-A35F-26AA74EBE13A}">
      <dsp:nvSpPr>
        <dsp:cNvPr id="17" name="Rectangles 16" hidden="1"/>
        <dsp:cNvSpPr/>
      </dsp:nvSpPr>
      <dsp:spPr>
        <a:xfrm>
          <a:off x="6866889" y="3218177"/>
          <a:ext cx="412059" cy="1019845"/>
        </a:xfrm>
        <a:prstGeom prst="rect">
          <a:avLst/>
        </a:prstGeom>
      </dsp:spPr>
      <dsp:txXfrm>
        <a:off x="6866889" y="3218177"/>
        <a:ext cx="412059" cy="1019845"/>
      </dsp:txXfrm>
    </dsp:sp>
    <dsp:sp modelId="{F4F3E2FB-D015-4B83-9127-89E591B8D58D}">
      <dsp:nvSpPr>
        <dsp:cNvPr id="21" name="Rectangles 20" hidden="1"/>
        <dsp:cNvSpPr/>
      </dsp:nvSpPr>
      <dsp:spPr>
        <a:xfrm>
          <a:off x="2753514" y="1609089"/>
          <a:ext cx="412059" cy="1019845"/>
        </a:xfrm>
        <a:prstGeom prst="rect">
          <a:avLst/>
        </a:prstGeom>
      </dsp:spPr>
      <dsp:txXfrm>
        <a:off x="2753514" y="1609089"/>
        <a:ext cx="412059" cy="10198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73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77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90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94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11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15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2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73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77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90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94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11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15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2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Compass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Buyer persona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/>
              <a:t>Age : 24 – 32 years old</a:t>
            </a:r>
            <a:endParaRPr lang="en-US" altLang="en-US"/>
          </a:p>
          <a:p>
            <a:r>
              <a:rPr lang="en-US" altLang="en-US"/>
              <a:t>Gender : Mostly Female</a:t>
            </a:r>
            <a:endParaRPr lang="en-US" altLang="en-US"/>
          </a:p>
          <a:p>
            <a:r>
              <a:rPr lang="en-US" altLang="en-US"/>
              <a:t>Location : Cairo, Alexandria</a:t>
            </a:r>
            <a:endParaRPr lang="en-US" altLang="en-US"/>
          </a:p>
          <a:p>
            <a:r>
              <a:rPr lang="en-US" altLang="en-US"/>
              <a:t>Education : University graduate</a:t>
            </a:r>
            <a:endParaRPr lang="en-US" altLang="en-US"/>
          </a:p>
          <a:p>
            <a:r>
              <a:rPr lang="en-US" altLang="en-US"/>
              <a:t>Occupation: Corporate employees (Marketing, HR, IT)</a:t>
            </a:r>
            <a:endParaRPr lang="en-US" altLang="en-US"/>
          </a:p>
          <a:p>
            <a:r>
              <a:rPr lang="en-US" altLang="en-US"/>
              <a:t>Economic Level : Middle – Upper Middle</a:t>
            </a:r>
            <a:endParaRPr lang="en-US" altLang="en-US"/>
          </a:p>
          <a:p>
            <a:pPr marL="0" indent="0">
              <a:buNone/>
            </a:pPr>
            <a:r>
              <a:rPr lang="en-US" altLang="en-US" sz="3600" b="1"/>
              <a:t>Psychographics : </a:t>
            </a:r>
            <a:endParaRPr lang="en-US" altLang="en-US" sz="3600" b="1"/>
          </a:p>
          <a:p>
            <a:pPr marL="0" indent="0">
              <a:buNone/>
            </a:pPr>
            <a:r>
              <a:rPr lang="en-US" altLang="en-US"/>
              <a:t>• Core Values: Success, self-improvement, emotional balance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Interests: Fitness, wellness blogs, productivity hacks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Lifestyle: Busy schedule, uses mobile apps for everything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370"/>
            <a:ext cx="10515600" cy="448691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 sz="4000" b="1">
                <a:sym typeface="+mn-ea"/>
              </a:rPr>
              <a:t>Psychographics : </a:t>
            </a:r>
            <a:endParaRPr lang="en-US" altLang="en-US" sz="4000" b="1"/>
          </a:p>
          <a:p>
            <a:pPr marL="0" indent="0">
              <a:buNone/>
            </a:pPr>
            <a:r>
              <a:rPr lang="en-US" altLang="en-US" sz="4000">
                <a:sym typeface="+mn-ea"/>
              </a:rPr>
              <a:t>• </a:t>
            </a:r>
            <a:r>
              <a:rPr lang="en-US" altLang="en-US" sz="3500">
                <a:sym typeface="+mn-ea"/>
              </a:rPr>
              <a:t>Core Values: Success, self-improvement, emotional balance</a:t>
            </a:r>
            <a:endParaRPr lang="en-US" altLang="en-US" sz="3500"/>
          </a:p>
          <a:p>
            <a:pPr marL="0" indent="0">
              <a:buNone/>
            </a:pPr>
            <a:r>
              <a:rPr lang="en-US" altLang="en-US" sz="3500">
                <a:sym typeface="+mn-ea"/>
              </a:rPr>
              <a:t>• Interests: Fitness, wellness blogs, productivity hacks</a:t>
            </a:r>
            <a:endParaRPr lang="en-US" altLang="en-US" sz="3500"/>
          </a:p>
          <a:p>
            <a:pPr marL="0" indent="0">
              <a:buNone/>
            </a:pPr>
            <a:r>
              <a:rPr lang="en-US" altLang="en-US" sz="3500">
                <a:sym typeface="+mn-ea"/>
              </a:rPr>
              <a:t>• Lifestyle: Busy schedule, uses mobile apps for everything</a:t>
            </a:r>
            <a:endParaRPr lang="en-US" altLang="en-US" sz="3500"/>
          </a:p>
          <a:p>
            <a:pPr marL="0" indent="0">
              <a:buNone/>
            </a:pPr>
            <a:r>
              <a:rPr lang="en-US" altLang="en-US" sz="4000" b="1"/>
              <a:t>Digital Behavior</a:t>
            </a:r>
            <a:endParaRPr lang="en-US" altLang="en-US" sz="4000" b="1"/>
          </a:p>
          <a:p>
            <a:pPr marL="0" indent="0">
              <a:buNone/>
            </a:pPr>
            <a:r>
              <a:rPr lang="en-US" altLang="en-US" sz="4000"/>
              <a:t>•</a:t>
            </a:r>
            <a:r>
              <a:rPr lang="en-US" altLang="en-US" sz="3500"/>
              <a:t> Platforms: Instagram, TikTok, YouTube</a:t>
            </a:r>
            <a:endParaRPr lang="en-US" altLang="en-US" sz="3500"/>
          </a:p>
          <a:p>
            <a:pPr marL="0" indent="0">
              <a:buNone/>
            </a:pPr>
            <a:r>
              <a:rPr lang="en-US" altLang="en-US" sz="3500"/>
              <a:t>• Content Preference: Short reels, infographics, relatable stories</a:t>
            </a:r>
            <a:endParaRPr lang="en-US" altLang="en-US" sz="3500"/>
          </a:p>
          <a:p>
            <a:pPr marL="0" indent="0">
              <a:buNone/>
            </a:pPr>
            <a:endParaRPr lang="en-US" altLang="en-US"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3200" b="1">
                <a:sym typeface="+mn-ea"/>
              </a:rPr>
              <a:t>Pain Points</a:t>
            </a:r>
            <a:endParaRPr lang="en-US" altLang="en-US" sz="3200" b="1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Work stress &amp; burnout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Limited time to focus on health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Overwhelmed by conflicting online advic</a:t>
            </a:r>
            <a:endParaRPr lang="en-US" altLang="en-US" b="1"/>
          </a:p>
          <a:p>
            <a:pPr marL="0" indent="0">
              <a:buNone/>
            </a:pPr>
            <a:r>
              <a:rPr lang="en-US" altLang="en-US" sz="3200" b="1"/>
              <a:t>Goals</a:t>
            </a:r>
            <a:endParaRPr lang="en-US" altLang="en-US" sz="3200"/>
          </a:p>
          <a:p>
            <a:pPr marL="0" indent="0">
              <a:buNone/>
            </a:pPr>
            <a:r>
              <a:rPr lang="en-US" altLang="en-US"/>
              <a:t>• Stay up-to-date with reliable medical knowledge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Learn coping mechanisms for exam stress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Find supportive online communities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Buyer persona 2 : medical student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3200"/>
              <a:t>Age : 20 – 26 years old</a:t>
            </a:r>
            <a:endParaRPr lang="en-US" altLang="en-US" sz="3200"/>
          </a:p>
          <a:p>
            <a:r>
              <a:rPr lang="en-US" altLang="en-US" sz="3200"/>
              <a:t>Gender : Male &amp; Female</a:t>
            </a:r>
            <a:endParaRPr lang="en-US" altLang="en-US" sz="3200"/>
          </a:p>
          <a:p>
            <a:r>
              <a:rPr lang="en-US" altLang="en-US" sz="3200"/>
              <a:t>Location : University cities (Cairo, Mansoura, Assiut)</a:t>
            </a:r>
            <a:endParaRPr lang="en-US" altLang="en-US" sz="3200"/>
          </a:p>
          <a:p>
            <a:r>
              <a:rPr lang="en-US" altLang="en-US" sz="3200"/>
              <a:t>Education:Undergraduate (Medical/Psychology student)</a:t>
            </a:r>
            <a:endParaRPr lang="en-US" altLang="en-US" sz="3200"/>
          </a:p>
          <a:p>
            <a:r>
              <a:rPr lang="en-US" altLang="en-US" sz="3200"/>
              <a:t>Occupation : Full-time student</a:t>
            </a:r>
            <a:endParaRPr lang="en-US" altLang="en-US" sz="3200"/>
          </a:p>
          <a:p>
            <a:r>
              <a:rPr lang="en-US" altLang="en-US" sz="3200"/>
              <a:t>Economic Level : Middle</a:t>
            </a:r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9820" y="1482725"/>
            <a:ext cx="302895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370"/>
            <a:ext cx="10515600" cy="4486910"/>
          </a:xfrm>
        </p:spPr>
        <p:txBody>
          <a:bodyPr/>
          <a:p>
            <a:pPr marL="0" indent="0">
              <a:buNone/>
            </a:pPr>
            <a:r>
              <a:rPr lang="en-US" altLang="en-US" sz="3200" b="1"/>
              <a:t>Psychographics</a:t>
            </a:r>
            <a:endParaRPr lang="en-US" altLang="en-US" sz="3200" b="1"/>
          </a:p>
          <a:p>
            <a:pPr marL="0" indent="0">
              <a:buNone/>
            </a:pPr>
            <a:r>
              <a:rPr lang="en-US" altLang="en-US"/>
              <a:t>• Core Values: Academic success, recognition, curiosity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Interests: Medical updates, research, webinars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Lifestyle: Long hours studying, active in student groups</a:t>
            </a:r>
            <a:endParaRPr lang="en-US" altLang="en-US"/>
          </a:p>
          <a:p>
            <a:pPr marL="0" indent="0">
              <a:buNone/>
            </a:pPr>
            <a:r>
              <a:rPr lang="en-US" altLang="en-US" sz="3200" b="1"/>
              <a:t>Digital Behavior</a:t>
            </a:r>
            <a:endParaRPr lang="en-US" altLang="en-US" sz="3200" b="1"/>
          </a:p>
          <a:p>
            <a:pPr marL="0" indent="0">
              <a:buNone/>
            </a:pPr>
            <a:r>
              <a:rPr lang="en-US" altLang="en-US"/>
              <a:t>• Platforms: YouTube, Facebook groups, Telegram channels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Content Preference: Detailed explainers, live Q&amp;A, case studies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3200" b="1"/>
              <a:t>Pain Points</a:t>
            </a:r>
            <a:endParaRPr lang="en-US" altLang="en-US" sz="3200" b="1"/>
          </a:p>
          <a:p>
            <a:pPr marL="0" indent="0">
              <a:buNone/>
            </a:pPr>
            <a:r>
              <a:rPr lang="en-US" altLang="en-US"/>
              <a:t>• High academic pressure &amp; exam stress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Lack of simplified medical updates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Mental health stigma in university communities</a:t>
            </a:r>
            <a:endParaRPr lang="en-US" altLang="en-US"/>
          </a:p>
          <a:p>
            <a:pPr marL="0" indent="0">
              <a:buNone/>
            </a:pPr>
            <a:r>
              <a:rPr lang="en-US" altLang="en-US" sz="3200" b="1"/>
              <a:t>Goals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Stay up-to-date with reliable medical knowledge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Learn coping mechanisms for exam stress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Find supportive online communities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Buyer Persona 3: the Egyptian Mother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Age: 30 – 50 years old</a:t>
            </a:r>
            <a:endParaRPr lang="en-US" altLang="en-US"/>
          </a:p>
          <a:p>
            <a:r>
              <a:rPr lang="en-US" altLang="en-US"/>
              <a:t>Gender : Female</a:t>
            </a:r>
            <a:endParaRPr lang="en-US" altLang="en-US"/>
          </a:p>
          <a:p>
            <a:r>
              <a:rPr lang="en-US" altLang="en-US"/>
              <a:t>Location : Urban &amp; suburban Egypt (Cairo, Giza, Alexandria, Mansoura, </a:t>
            </a:r>
            <a:endParaRPr lang="en-US" altLang="en-US"/>
          </a:p>
          <a:p>
            <a:r>
              <a:rPr lang="en-US" altLang="en-US"/>
              <a:t>etc.)</a:t>
            </a:r>
            <a:endParaRPr lang="en-US" altLang="en-US"/>
          </a:p>
          <a:p>
            <a:r>
              <a:rPr lang="en-US" altLang="en-US"/>
              <a:t>Education: High school – University</a:t>
            </a:r>
            <a:endParaRPr lang="en-US" altLang="en-US"/>
          </a:p>
          <a:p>
            <a:r>
              <a:rPr lang="en-US" altLang="en-US"/>
              <a:t>Occupation : Homemaker or part-time worker</a:t>
            </a:r>
            <a:endParaRPr lang="en-US" altLang="en-US"/>
          </a:p>
          <a:p>
            <a:r>
              <a:rPr lang="en-US" altLang="en-US"/>
              <a:t>Economic Level : Middle</a:t>
            </a:r>
            <a:endParaRPr lang="en-US" altLang="en-US"/>
          </a:p>
        </p:txBody>
      </p:sp>
      <p:pic>
        <p:nvPicPr>
          <p:cNvPr id="4" name="Picture 3" descr="download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605" y="1363980"/>
            <a:ext cx="2606675" cy="2000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9175"/>
            <a:ext cx="10515600" cy="5158105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en-US" sz="12800" b="1"/>
              <a:t>Psychographics</a:t>
            </a:r>
            <a:endParaRPr lang="en-US" altLang="en-US"/>
          </a:p>
          <a:p>
            <a:pPr marL="0" indent="0">
              <a:buNone/>
            </a:pPr>
            <a:r>
              <a:rPr lang="en-US" altLang="en-US" sz="4665"/>
              <a:t>• </a:t>
            </a:r>
            <a:r>
              <a:rPr lang="en-US" altLang="en-US" sz="9335"/>
              <a:t>Core Values: Family well-being, children’s education &amp; health, stability</a:t>
            </a:r>
            <a:endParaRPr lang="en-US" altLang="en-US" sz="9335"/>
          </a:p>
          <a:p>
            <a:pPr marL="0" indent="0">
              <a:buNone/>
            </a:pPr>
            <a:r>
              <a:rPr lang="en-US" altLang="en-US" sz="9335"/>
              <a:t>• Interests: Parenting groups, school-related health topics, family nutrition, </a:t>
            </a:r>
            <a:endParaRPr lang="en-US" altLang="en-US" sz="9335"/>
          </a:p>
          <a:p>
            <a:pPr marL="0" indent="0">
              <a:buNone/>
            </a:pPr>
            <a:r>
              <a:rPr lang="en-US" altLang="en-US" sz="9335"/>
              <a:t>religious/spiritual well-being</a:t>
            </a:r>
            <a:endParaRPr lang="en-US" altLang="en-US" sz="9335"/>
          </a:p>
          <a:p>
            <a:pPr marL="0" indent="0">
              <a:buNone/>
            </a:pPr>
            <a:r>
              <a:rPr lang="en-US" altLang="en-US" sz="9335"/>
              <a:t>• Lifestyle: Busy with household duties, relies on online communities &amp; TV for </a:t>
            </a:r>
            <a:endParaRPr lang="en-US" altLang="en-US" sz="9335"/>
          </a:p>
          <a:p>
            <a:pPr marL="0" indent="0">
              <a:buNone/>
            </a:pPr>
            <a:r>
              <a:rPr lang="en-US" altLang="en-US" sz="9335"/>
              <a:t>information, trusts recommendations from other mothers</a:t>
            </a:r>
            <a:endParaRPr lang="en-US" altLang="en-US"/>
          </a:p>
          <a:p>
            <a:pPr marL="0" indent="0">
              <a:buNone/>
            </a:pPr>
            <a:r>
              <a:rPr lang="en-US" altLang="en-US" sz="12800" b="1"/>
              <a:t>Digital Behavior</a:t>
            </a:r>
            <a:endParaRPr lang="en-US" altLang="en-US" sz="12800" b="1"/>
          </a:p>
          <a:p>
            <a:pPr marL="0" indent="0">
              <a:buNone/>
            </a:pPr>
            <a:r>
              <a:rPr lang="en-US" altLang="en-US"/>
              <a:t>•</a:t>
            </a:r>
            <a:r>
              <a:rPr lang="en-US" altLang="en-US" sz="7000"/>
              <a:t> </a:t>
            </a:r>
            <a:r>
              <a:rPr lang="en-US" altLang="en-US" sz="9600"/>
              <a:t>Platforms: Facebook (mom groups, health pages), WhatsApp groups, YouTube 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(parenting &amp; health tips)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• Content Preference: Simple Arabic explanations, parenting-focused advice, short </a:t>
            </a:r>
            <a:endParaRPr lang="en-US" altLang="en-US" sz="9600"/>
          </a:p>
          <a:p>
            <a:pPr marL="0" indent="0">
              <a:buNone/>
            </a:pPr>
            <a:r>
              <a:rPr lang="en-US" altLang="en-US" sz="9600"/>
              <a:t>practical videos, infographics to share in groups</a:t>
            </a:r>
            <a:endParaRPr lang="en-US" altLang="en-US" sz="9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3200" b="1"/>
              <a:t>Pain Points</a:t>
            </a:r>
            <a:endParaRPr lang="en-US" altLang="en-US" sz="3200" b="1"/>
          </a:p>
          <a:p>
            <a:pPr marL="0" indent="0">
              <a:buNone/>
            </a:pPr>
            <a:r>
              <a:rPr lang="en-US" altLang="en-US"/>
              <a:t>• Anxiety about children’s mental &amp; physical health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Difficulty finding reliable medical advice online in Arabic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Worry about social stigma if her child needs psychological support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Overwhelmed with misinformation from social media</a:t>
            </a:r>
            <a:endParaRPr lang="en-US" altLang="en-US"/>
          </a:p>
          <a:p>
            <a:pPr marL="0" indent="0">
              <a:buNone/>
            </a:pPr>
            <a:r>
              <a:rPr lang="en-US" altLang="en-US" sz="3200" b="1"/>
              <a:t>Goals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Ensure her children’s health &amp; mental well-being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Learn how to spot early signs of stress/anxiety in kids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Get simple, practical advice to apply in daily family life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Content Plan : for 3 months</a:t>
            </a:r>
            <a:endParaRPr lang="en-US" altLang="en-US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337800" cy="4256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5080000"/>
              </a:tblGrid>
              <a:tr h="551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type of campaign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type of content </a:t>
                      </a:r>
                      <a:endParaRPr lang="en-US"/>
                    </a:p>
                  </a:txBody>
                  <a:tcPr/>
                </a:tc>
              </a:tr>
              <a:tr h="9264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increase the number of followers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carousal , trending reel </a:t>
                      </a:r>
                      <a:r>
                        <a:rPr lang="ar-EG"/>
                        <a:t>مع معلومة صحية قصيرة </a:t>
                      </a:r>
                      <a:r>
                        <a:rPr lang="en-US"/>
                        <a:t>, meme , post : myths vs fact</a:t>
                      </a:r>
                      <a:endParaRPr lang="en-US"/>
                    </a:p>
                  </a:txBody>
                  <a:tcPr/>
                </a:tc>
              </a:tr>
              <a:tr h="92646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week2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 </a:t>
                      </a:r>
                      <a:r>
                        <a:rPr lang="ar-EG"/>
                        <a:t>تمارين مكتبية سريعة </a:t>
                      </a:r>
                      <a:r>
                        <a:rPr lang="en-US"/>
                        <a:t>, story quiz , post </a:t>
                      </a:r>
                      <a:r>
                        <a:rPr lang="ar-EG"/>
                        <a:t> هل تعلم </a:t>
                      </a:r>
                      <a:r>
                        <a:rPr lang="en-US"/>
                        <a:t>, carousal </a:t>
                      </a:r>
                      <a:r>
                        <a:rPr lang="ar-EG"/>
                        <a:t> اطعمة تقوى المناعة </a:t>
                      </a:r>
                      <a:endParaRPr lang="ar-EG"/>
                    </a:p>
                  </a:txBody>
                  <a:tcPr/>
                </a:tc>
              </a:tr>
              <a:tr h="92583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week 3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infograph </a:t>
                      </a:r>
                      <a:r>
                        <a:rPr lang="ar-EG"/>
                        <a:t> حقائق رقمية </a:t>
                      </a:r>
                      <a:r>
                        <a:rPr lang="en-US"/>
                        <a:t>, story : ask me anything ,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meme </a:t>
                      </a:r>
                      <a:r>
                        <a:rPr lang="ar-EG"/>
                        <a:t>او صورة خفيفة </a:t>
                      </a:r>
                      <a:endParaRPr lang="ar-EG"/>
                    </a:p>
                  </a:txBody>
                  <a:tcPr/>
                </a:tc>
              </a:tr>
              <a:tr h="92646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week 4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 </a:t>
                      </a:r>
                      <a:r>
                        <a:rPr lang="ar-EG"/>
                        <a:t>باحصائية رقمية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post </a:t>
                      </a:r>
                      <a:r>
                        <a:rPr lang="ar-EG"/>
                        <a:t> اقتباس او كلمة ملهمة من طبيب معين </a:t>
                      </a:r>
                      <a:endParaRPr lang="ar-EG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type of campaign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type of content 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increase the number of content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week1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reel(</a:t>
                      </a:r>
                      <a:r>
                        <a:rPr lang="ar-EG"/>
                        <a:t>معلومة فى 10 ثوانى </a:t>
                      </a:r>
                      <a:r>
                        <a:rPr lang="en-US"/>
                        <a:t>)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ar-EG" altLang="en-US"/>
                        <a:t>كاورسيل اخطاء شائعة فى اسلوب الحياة </a:t>
                      </a:r>
                      <a:endParaRPr lang="ar-EG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post: myths vs facts 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week2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video </a:t>
                      </a:r>
                      <a:r>
                        <a:rPr lang="ar-EG"/>
                        <a:t>عن الاعراض الشائعة و المضاعفات لمرض السكر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post  </a:t>
                      </a:r>
                      <a:r>
                        <a:rPr lang="ar-EG" altLang="en-US"/>
                        <a:t>اطعمة تنظم مرض السكر 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week 3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 </a:t>
                      </a:r>
                      <a:r>
                        <a:rPr lang="ar-EG"/>
                        <a:t>يوضح الفرق بين  التمارين المختلفة زى الكارديو و المقاومة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story poll </a:t>
                      </a:r>
                      <a:r>
                        <a:rPr lang="ar-EG"/>
                        <a:t> عن اى موضوع جديد حابين يتكلموا فيه </a:t>
                      </a:r>
                      <a:endParaRPr lang="ar-EG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 week 4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video motion graphic </a:t>
                      </a:r>
                      <a:r>
                        <a:rPr lang="ar-EG"/>
                        <a:t> يوضح ازاى نقدر نفرق بين القلق الطبيعى و القلق المرضى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post : tips and tricks </a:t>
                      </a:r>
                      <a:r>
                        <a:rPr lang="ar-EG"/>
                        <a:t>5 طرق بسيطة للتعامل مع التوتر الصباحي </a:t>
                      </a:r>
                      <a:endParaRPr lang="ar-EG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Engagment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content </a:t>
                      </a:r>
                      <a:endParaRPr 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ar-EG" altLang="en-US"/>
                        <a:t>انفوجرافبيك عن الاعاراض المبكرة لمرض السكر </a:t>
                      </a:r>
                      <a:endParaRPr lang="ar-EG" altLang="en-US"/>
                    </a:p>
                    <a:p>
                      <a:pPr>
                        <a:buNone/>
                      </a:pPr>
                      <a:r>
                        <a:rPr lang="ar-EG" altLang="en-US"/>
                        <a:t>فيديو دكتور بيرد على سؤال مهم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ar-EG" altLang="en-US"/>
                        <a:t>ريلز عن معلومة صحية قصيرة فى 30 ثانية استورى شاركونا  العادات المفيدة  الى بتعملوها فى الصباح او قبل النوم 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ar-EG" altLang="en-US"/>
                        <a:t>تصميم بسيط عن تصحيح مفاهيم مغلوطة </a:t>
                      </a:r>
                      <a:endParaRPr lang="ar-EG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poll </a:t>
                      </a:r>
                      <a:r>
                        <a:rPr lang="ar-EG" altLang="en-US"/>
                        <a:t> بتنام كام ساعة فى اليوم و نقدر نحسب قدرتك الانتاجية 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CTA 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ar-EG" altLang="en-US"/>
              <a:t>بوست تفاعلى للصحة النفسية </a:t>
            </a:r>
            <a:endParaRPr lang="ar-EG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 algn="r" fontAlgn="auto">
              <a:buNone/>
            </a:pPr>
            <a:r>
              <a:rPr lang="ar-EG" altLang="ar-SA"/>
              <a:t>هل جربت قبل كده تاثير الامتنان على صحتك النفسية ؟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علم النفس بياكد ان ممارسة عادة المتنان (انك تكتب الحاجات اللى انت ممتن ليها فى يومك) ليها فوائد قوية :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1- بتقلل التوتر و القلق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2- بتحسن جودة النوم 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3- تقوى المرونة النفسية فى مواجهة الضغوط 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4- بتزود مشاعر الرضا و السعادة </a:t>
            </a:r>
            <a:endParaRPr lang="ar-EG" altLang="ar-SA"/>
          </a:p>
          <a:p>
            <a:pPr marL="0" indent="0" algn="r" fontAlgn="auto">
              <a:buNone/>
            </a:pP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مجرد كتابة 3 حاجات بسيطة يوميا انت ممتن ليها حصلت معاك زى مثلا (صديق وقف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 جمبك - اكله حلوة ) بتساعد مخك يركز على الايجابيات بدل السلبيات </a:t>
            </a:r>
            <a:endParaRPr lang="ar-EG" altLang="ar-SA"/>
          </a:p>
          <a:p>
            <a:pPr marL="0" indent="0" algn="r" fontAlgn="auto">
              <a:buNone/>
            </a:pP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اكتبلنا فى الكومنتات : ايه الحاجة اللى انت ممتن ليها النهاردة 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/>
              <a:t>#البوصلة-الطبية #صحة نفسية </a:t>
            </a:r>
            <a:endParaRPr lang="ar-EG" altLang="ar-SA"/>
          </a:p>
        </p:txBody>
      </p:sp>
      <p:pic>
        <p:nvPicPr>
          <p:cNvPr id="6" name="Picture 5" descr="WhatsApp Image 2025-09-20 at 10.54.1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473325"/>
            <a:ext cx="4798695" cy="3492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ar-EG" altLang="en-US"/>
              <a:t> بوست تفاعلى لمرض السكر </a:t>
            </a:r>
            <a:endParaRPr lang="ar-EG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 algn="r">
              <a:buNone/>
            </a:pPr>
            <a:r>
              <a:rPr lang="ar-EG" altLang="en-US"/>
              <a:t>عارف ان كوب مياه قبل الاكل ممكن يقلل مستوى السكر فى الدم ؟ حاجة صغيرة جدا لكن تاثيرها كبير على صحتك اليومية .</a:t>
            </a:r>
            <a:endParaRPr lang="ar-EG" altLang="en-US"/>
          </a:p>
          <a:p>
            <a:pPr marL="0" indent="0" algn="r">
              <a:buNone/>
            </a:pPr>
            <a:endParaRPr lang="ar-EG" altLang="en-US"/>
          </a:p>
          <a:p>
            <a:pPr marL="0" indent="0" algn="r">
              <a:buNone/>
            </a:pPr>
            <a:r>
              <a:rPr lang="ar-EG" altLang="en-US"/>
              <a:t>ما تستناش الاعراض تظهر , اعمل فحص السكر السنوى و اطمن </a:t>
            </a:r>
            <a:endParaRPr lang="ar-EG" altLang="en-US"/>
          </a:p>
          <a:p>
            <a:pPr marL="0" indent="0" algn="r">
              <a:buNone/>
            </a:pPr>
            <a:r>
              <a:rPr lang="ar-EG" altLang="en-US"/>
              <a:t>على نفسك -خطوة ممكن تغير حياتك و تحميك من مشاكل كتيرة </a:t>
            </a:r>
            <a:endParaRPr lang="ar-EG" altLang="en-US"/>
          </a:p>
          <a:p>
            <a:pPr marL="0" indent="0" algn="r">
              <a:buNone/>
            </a:pPr>
            <a:r>
              <a:rPr lang="ar-EG" altLang="en-US"/>
              <a:t> لو اتاخرت </a:t>
            </a:r>
            <a:endParaRPr lang="ar-EG" altLang="en-US"/>
          </a:p>
          <a:p>
            <a:pPr marL="0" indent="0" algn="r">
              <a:buNone/>
            </a:pPr>
            <a:endParaRPr lang="ar-EG" altLang="en-US"/>
          </a:p>
          <a:p>
            <a:pPr marL="0" indent="0" algn="r">
              <a:buNone/>
            </a:pPr>
            <a:r>
              <a:rPr lang="ar-EG" altLang="en-US"/>
              <a:t>ممكن تعمل الكشف فى اى مستشفى حكومة او اى وحدة صحية </a:t>
            </a:r>
            <a:endParaRPr lang="ar-EG" altLang="en-US"/>
          </a:p>
          <a:p>
            <a:pPr marL="0" indent="0" algn="r">
              <a:buNone/>
            </a:pPr>
            <a:r>
              <a:rPr lang="ar-EG" altLang="en-US"/>
              <a:t>قولولنا : ايه العادة اللى كنتم بتعملوها لفترة طويلة و اكتشتفم</a:t>
            </a:r>
            <a:endParaRPr lang="ar-EG" altLang="en-US"/>
          </a:p>
          <a:p>
            <a:pPr marL="0" indent="0" algn="r">
              <a:buNone/>
            </a:pPr>
            <a:r>
              <a:rPr lang="ar-EG" altLang="en-US"/>
              <a:t> انها غلط و بدلتوها بايه ؟</a:t>
            </a:r>
            <a:endParaRPr lang="ar-EG" altLang="en-US"/>
          </a:p>
        </p:txBody>
      </p:sp>
      <p:pic>
        <p:nvPicPr>
          <p:cNvPr id="5" name="Picture 4" descr="WhatsApp Image 2025-09-20 at 9.42.17 PM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64715"/>
            <a:ext cx="3857625" cy="38023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ar-EG" altLang="en-US"/>
              <a:t>بوست تفاعلى عن العلاج بالاوزون </a:t>
            </a:r>
            <a:endParaRPr lang="ar-EG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 algn="r">
              <a:buNone/>
            </a:pPr>
            <a:r>
              <a:rPr lang="ar-EG" altLang="ar-SA"/>
              <a:t>حقيقة ام خرافة ؟</a:t>
            </a:r>
            <a:endParaRPr lang="ar-EG" altLang="ar-SA"/>
          </a:p>
          <a:p>
            <a:pPr marL="0" indent="0" algn="r">
              <a:buNone/>
            </a:pPr>
            <a:endParaRPr lang="ar-EG" altLang="ar-SA"/>
          </a:p>
          <a:p>
            <a:pPr marL="0" indent="0" algn="r">
              <a:buNone/>
            </a:pPr>
            <a:r>
              <a:rPr lang="ar-EG" altLang="ar-SA"/>
              <a:t>“العلاج بالاوزون بيعالج كل الامراض بدون اى مخاطر “</a:t>
            </a:r>
            <a:endParaRPr lang="ar-EG" altLang="ar-SA"/>
          </a:p>
          <a:p>
            <a:pPr marL="0" indent="0" algn="r">
              <a:buNone/>
            </a:pPr>
            <a:r>
              <a:rPr lang="ar-EG" altLang="ar-SA"/>
              <a:t> الخرافة : في ناس فاكرة ان الاوزون حل سحرى لكل الحالات و مفهيوش أى آثار جانبية </a:t>
            </a:r>
            <a:endParaRPr lang="ar-EG" altLang="ar-SA"/>
          </a:p>
          <a:p>
            <a:pPr marL="0" indent="0" algn="r">
              <a:buNone/>
            </a:pPr>
            <a:r>
              <a:rPr lang="ar-EG" altLang="ar-SA"/>
              <a:t>حقيقة : العلاج بالاوزون ليه استخدامات طبية محدودة و بتم بشكل مدروس تحت اشراف طبيب متخصص </a:t>
            </a:r>
            <a:endParaRPr lang="ar-EG" altLang="ar-SA"/>
          </a:p>
          <a:p>
            <a:pPr marL="0" indent="0" algn="r">
              <a:buNone/>
            </a:pPr>
            <a:r>
              <a:rPr lang="ar-EG" altLang="ar-SA"/>
              <a:t>فى العلاج بالاوزون لسه فى ابحاث بتتعمل لتاكيد فعاليته و امانه </a:t>
            </a:r>
            <a:endParaRPr lang="ar-EG" altLang="ar-SA"/>
          </a:p>
          <a:p>
            <a:pPr marL="0" indent="0" algn="r">
              <a:buNone/>
            </a:pPr>
            <a:endParaRPr lang="ar-EG" altLang="ar-SA"/>
          </a:p>
          <a:p>
            <a:pPr marL="0" indent="0" algn="r">
              <a:buNone/>
            </a:pPr>
            <a:r>
              <a:rPr lang="ar-EG" altLang="ar-SA"/>
              <a:t>النصيحة : الاوزون مش بديل للعلاج الطبى التقليدي , لكن ممكن يكون مساعد فى بعض الحالات لما الطبيب يوصى بيه </a:t>
            </a:r>
            <a:endParaRPr lang="ar-EG" altLang="ar-SA"/>
          </a:p>
          <a:p>
            <a:pPr marL="0" indent="0" algn="r">
              <a:buNone/>
            </a:pPr>
            <a:endParaRPr lang="ar-EG" altLang="ar-SA"/>
          </a:p>
          <a:p>
            <a:pPr marL="0" indent="0" algn="r">
              <a:buNone/>
            </a:pPr>
            <a:r>
              <a:rPr lang="ar-EG" altLang="ar-SA"/>
              <a:t>شاركنا : سمعت ايه عن العلاج بالاوزون قبل كد؟ </a:t>
            </a:r>
            <a:endParaRPr lang="ar-EG" altLang="ar-SA"/>
          </a:p>
          <a:p>
            <a:pPr marL="0" indent="0" algn="r">
              <a:buNone/>
            </a:pPr>
            <a:r>
              <a:rPr lang="ar-EG" altLang="ar-SA"/>
              <a:t>#البوصلة الطبية </a:t>
            </a:r>
            <a:endParaRPr lang="ar-EG" altLang="ar-SA"/>
          </a:p>
        </p:txBody>
      </p:sp>
      <p:pic>
        <p:nvPicPr>
          <p:cNvPr id="5" name="Picture 4" descr="WhatsApp Image 2025-09-20 at 9.42.17 P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3660" y="2122170"/>
            <a:ext cx="3691255" cy="4735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Media Buying Plan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3200" b="1"/>
              <a:t>goal of the plan :</a:t>
            </a:r>
            <a:endParaRPr lang="en-US" sz="3200" b="1"/>
          </a:p>
          <a:p>
            <a:pPr marL="0" indent="0">
              <a:buNone/>
            </a:pPr>
            <a:r>
              <a:rPr lang="en-US"/>
              <a:t>1- engagment </a:t>
            </a:r>
            <a:endParaRPr lang="en-US"/>
          </a:p>
          <a:p>
            <a:pPr marL="0" indent="0">
              <a:buNone/>
            </a:pPr>
            <a:r>
              <a:rPr lang="en-US"/>
              <a:t>2- increase the number of followers </a:t>
            </a:r>
            <a:endParaRPr lang="en-US"/>
          </a:p>
          <a:p>
            <a:pPr marL="0" indent="0">
              <a:buNone/>
            </a:pPr>
            <a:r>
              <a:rPr lang="en-US" sz="3200" b="1"/>
              <a:t>Targeted audiance: </a:t>
            </a:r>
            <a:endParaRPr lang="en-US" sz="3200" b="1"/>
          </a:p>
          <a:p>
            <a:pPr marL="0" indent="0">
              <a:buNone/>
            </a:pPr>
            <a:r>
              <a:rPr lang="en-US"/>
              <a:t>age: 18 - 50 years </a:t>
            </a:r>
            <a:endParaRPr lang="en-US"/>
          </a:p>
          <a:p>
            <a:pPr marL="0" indent="0">
              <a:buNone/>
            </a:pPr>
            <a:r>
              <a:rPr lang="en-US"/>
              <a:t>location: cairo-  alexandria- upper egypt</a:t>
            </a:r>
            <a:endParaRPr lang="en-US"/>
          </a:p>
          <a:p>
            <a:pPr marL="0" indent="0">
              <a:buNone/>
            </a:pPr>
            <a:r>
              <a:rPr lang="en-US"/>
              <a:t>interest : health oriented, obesity, sports </a:t>
            </a:r>
            <a:endParaRPr lang="en-US" sz="3200" b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channels: facebook ads (reels, video, infographics, carousal 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types of campaigns: </a:t>
            </a:r>
            <a:endParaRPr lang="en-US"/>
          </a:p>
          <a:p>
            <a:pPr marL="0" indent="0">
              <a:buNone/>
            </a:pPr>
            <a:r>
              <a:rPr lang="en-US"/>
              <a:t>1- engagment :(contest, posts) 30%</a:t>
            </a:r>
            <a:endParaRPr lang="en-US"/>
          </a:p>
          <a:p>
            <a:pPr marL="0" indent="0">
              <a:buNone/>
            </a:pPr>
            <a:r>
              <a:rPr lang="en-US"/>
              <a:t>2- increase number of followers (carousal, video, posts) 70%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budget :15000 EGP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ar-EG"/>
              <a:t>1-</a:t>
            </a:r>
            <a:r>
              <a:rPr lang="ar-EG" altLang="en-US"/>
              <a:t> </a:t>
            </a:r>
            <a:r>
              <a:rPr lang="en-US" altLang="en-US"/>
              <a:t>engaqgment :30% (5000 EGP)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2- increase followers : 70%(10000 EGP)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content 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1- reels and infographics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2- quiz and medical Q&amp;A posts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3- short story about patients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4- snack content : myth vs fact 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1st Campaign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ar-EG" altLang="en-US"/>
              <a:t>2</a:t>
            </a:r>
            <a:r>
              <a:rPr lang="en-US" altLang="en-US"/>
              <a:t>nd Campaign 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14*335"/>
  <p:tag name="TABLE_ENDDRAG_RECT" val="66*143*814*33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6314</Words>
  <Application>WPS Presentation</Application>
  <PresentationFormat>Widescreen</PresentationFormat>
  <Paragraphs>259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Medical Compass</vt:lpstr>
      <vt:lpstr>Buyer persona 1</vt:lpstr>
      <vt:lpstr>PowerPoint 演示文稿</vt:lpstr>
      <vt:lpstr>PowerPoint 演示文稿</vt:lpstr>
      <vt:lpstr>Buyer persona 2 : medical student </vt:lpstr>
      <vt:lpstr>PowerPoint 演示文稿</vt:lpstr>
      <vt:lpstr>PowerPoint 演示文稿</vt:lpstr>
      <vt:lpstr>Buyer Persona 3: the Egyptian Mother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Media Buying Plan </vt:lpstr>
      <vt:lpstr>PowerPoint 演示文稿</vt:lpstr>
      <vt:lpstr>budget :15000 EGP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WPS_1663753349</cp:lastModifiedBy>
  <cp:revision>6</cp:revision>
  <dcterms:created xsi:type="dcterms:W3CDTF">2025-07-23T00:59:00Z</dcterms:created>
  <dcterms:modified xsi:type="dcterms:W3CDTF">2025-09-21T13:36:20Z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771CF531028F47D28F266FA51BC8EF95_11</vt:lpwstr>
  </property>
  <property fmtid="{D5CDD505-2E9C-101B-9397-08002B2CF9AE}" pid="3" name="KSOProductBuildVer">
    <vt:lpwstr>1033-12.2.0.22549</vt:lpwstr>
  </property>
</Properties>
</file>